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5" r:id="rId1"/>
  </p:sldMasterIdLst>
  <p:sldIdLst>
    <p:sldId id="256" r:id="rId2"/>
    <p:sldId id="257" r:id="rId3"/>
    <p:sldId id="258" r:id="rId4"/>
    <p:sldId id="261" r:id="rId5"/>
    <p:sldId id="260" r:id="rId6"/>
    <p:sldId id="263" r:id="rId7"/>
    <p:sldId id="262" r:id="rId8"/>
    <p:sldId id="264" r:id="rId9"/>
    <p:sldId id="265" r:id="rId10"/>
  </p:sldIdLst>
  <p:sldSz cx="12192000" cy="6858000"/>
  <p:notesSz cx="6858000" cy="9144000"/>
  <p:defaultTextStyle>
    <a:defPPr>
      <a:defRPr lang="en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809"/>
    <p:restoredTop sz="94663"/>
  </p:normalViewPr>
  <p:slideViewPr>
    <p:cSldViewPr snapToGrid="0" snapToObjects="1">
      <p:cViewPr>
        <p:scale>
          <a:sx n="99" d="100"/>
          <a:sy n="99" d="100"/>
        </p:scale>
        <p:origin x="1336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A88B203-EE8F-4AB4-AB7B-2F2B34C4E78A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0FDA6B73-9153-4B04-9B65-47DC6B31A873}">
      <dgm:prSet/>
      <dgm:spPr/>
      <dgm:t>
        <a:bodyPr/>
        <a:lstStyle/>
        <a:p>
          <a:pPr>
            <a:defRPr cap="all"/>
          </a:pPr>
          <a:r>
            <a:rPr lang="en-GB"/>
            <a:t>Jupyter Notebooks</a:t>
          </a:r>
          <a:endParaRPr lang="en-US"/>
        </a:p>
      </dgm:t>
    </dgm:pt>
    <dgm:pt modelId="{C4396A46-199F-4873-85E1-245E4CBBC864}" type="parTrans" cxnId="{239DD4C7-8DB3-487E-BACF-3F01A73E4C7D}">
      <dgm:prSet/>
      <dgm:spPr/>
      <dgm:t>
        <a:bodyPr/>
        <a:lstStyle/>
        <a:p>
          <a:endParaRPr lang="en-US"/>
        </a:p>
      </dgm:t>
    </dgm:pt>
    <dgm:pt modelId="{D64568BF-3474-448E-A814-7C66C9046AD9}" type="sibTrans" cxnId="{239DD4C7-8DB3-487E-BACF-3F01A73E4C7D}">
      <dgm:prSet/>
      <dgm:spPr/>
      <dgm:t>
        <a:bodyPr/>
        <a:lstStyle/>
        <a:p>
          <a:endParaRPr lang="en-US"/>
        </a:p>
      </dgm:t>
    </dgm:pt>
    <dgm:pt modelId="{C65E3FCC-6DC2-4142-9197-01CE7BCE2E55}">
      <dgm:prSet/>
      <dgm:spPr/>
      <dgm:t>
        <a:bodyPr/>
        <a:lstStyle/>
        <a:p>
          <a:pPr>
            <a:defRPr cap="all"/>
          </a:pPr>
          <a:r>
            <a:rPr lang="en-GB"/>
            <a:t>Github Repository</a:t>
          </a:r>
          <a:endParaRPr lang="en-US"/>
        </a:p>
      </dgm:t>
    </dgm:pt>
    <dgm:pt modelId="{7B1305D7-AAA1-4201-AC26-0A72B18D257E}" type="parTrans" cxnId="{19BA8AC6-BA9B-4C0A-8B20-7D9854EDD89C}">
      <dgm:prSet/>
      <dgm:spPr/>
      <dgm:t>
        <a:bodyPr/>
        <a:lstStyle/>
        <a:p>
          <a:endParaRPr lang="en-US"/>
        </a:p>
      </dgm:t>
    </dgm:pt>
    <dgm:pt modelId="{A3119D47-4973-4AE4-9691-6C0C898BA5E0}" type="sibTrans" cxnId="{19BA8AC6-BA9B-4C0A-8B20-7D9854EDD89C}">
      <dgm:prSet/>
      <dgm:spPr/>
      <dgm:t>
        <a:bodyPr/>
        <a:lstStyle/>
        <a:p>
          <a:endParaRPr lang="en-US"/>
        </a:p>
      </dgm:t>
    </dgm:pt>
    <dgm:pt modelId="{7851B0A9-E997-411B-BDC2-816723D87978}" type="pres">
      <dgm:prSet presAssocID="{7A88B203-EE8F-4AB4-AB7B-2F2B34C4E78A}" presName="root" presStyleCnt="0">
        <dgm:presLayoutVars>
          <dgm:dir/>
          <dgm:resizeHandles val="exact"/>
        </dgm:presLayoutVars>
      </dgm:prSet>
      <dgm:spPr/>
    </dgm:pt>
    <dgm:pt modelId="{C0237D87-64D0-45F3-AAAF-964DA65B4F77}" type="pres">
      <dgm:prSet presAssocID="{0FDA6B73-9153-4B04-9B65-47DC6B31A873}" presName="compNode" presStyleCnt="0"/>
      <dgm:spPr/>
    </dgm:pt>
    <dgm:pt modelId="{BF4C3B8E-16ED-4CFF-8A54-1D1F80E6164E}" type="pres">
      <dgm:prSet presAssocID="{0FDA6B73-9153-4B04-9B65-47DC6B31A873}" presName="iconBgRect" presStyleLbl="bgShp" presStyleIdx="0" presStyleCnt="2"/>
      <dgm:spPr/>
    </dgm:pt>
    <dgm:pt modelId="{D1FD2418-29C0-42CA-85FF-482DE6B7CC64}" type="pres">
      <dgm:prSet presAssocID="{0FDA6B73-9153-4B04-9B65-47DC6B31A873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ncil"/>
        </a:ext>
      </dgm:extLst>
    </dgm:pt>
    <dgm:pt modelId="{79E69193-403E-4718-8CAF-5AD8FF6B634C}" type="pres">
      <dgm:prSet presAssocID="{0FDA6B73-9153-4B04-9B65-47DC6B31A873}" presName="spaceRect" presStyleCnt="0"/>
      <dgm:spPr/>
    </dgm:pt>
    <dgm:pt modelId="{4B92AAA6-F682-4C36-96FD-8DB58FDF8F87}" type="pres">
      <dgm:prSet presAssocID="{0FDA6B73-9153-4B04-9B65-47DC6B31A873}" presName="textRect" presStyleLbl="revTx" presStyleIdx="0" presStyleCnt="2">
        <dgm:presLayoutVars>
          <dgm:chMax val="1"/>
          <dgm:chPref val="1"/>
        </dgm:presLayoutVars>
      </dgm:prSet>
      <dgm:spPr/>
    </dgm:pt>
    <dgm:pt modelId="{B9D44BC4-58D4-441B-A1DE-B0369F60A3D9}" type="pres">
      <dgm:prSet presAssocID="{D64568BF-3474-448E-A814-7C66C9046AD9}" presName="sibTrans" presStyleCnt="0"/>
      <dgm:spPr/>
    </dgm:pt>
    <dgm:pt modelId="{8F5EA50C-0A91-44E1-B791-C45DFD4515ED}" type="pres">
      <dgm:prSet presAssocID="{C65E3FCC-6DC2-4142-9197-01CE7BCE2E55}" presName="compNode" presStyleCnt="0"/>
      <dgm:spPr/>
    </dgm:pt>
    <dgm:pt modelId="{2632FBA3-718D-42D2-85C2-1AC4B17D145C}" type="pres">
      <dgm:prSet presAssocID="{C65E3FCC-6DC2-4142-9197-01CE7BCE2E55}" presName="iconBgRect" presStyleLbl="bgShp" presStyleIdx="1" presStyleCnt="2"/>
      <dgm:spPr/>
    </dgm:pt>
    <dgm:pt modelId="{B7789592-9E5C-408A-8294-20181A9E5886}" type="pres">
      <dgm:prSet presAssocID="{C65E3FCC-6DC2-4142-9197-01CE7BCE2E55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F8A9A808-754C-4A87-9D45-70C9112B7FA3}" type="pres">
      <dgm:prSet presAssocID="{C65E3FCC-6DC2-4142-9197-01CE7BCE2E55}" presName="spaceRect" presStyleCnt="0"/>
      <dgm:spPr/>
    </dgm:pt>
    <dgm:pt modelId="{EBE191C1-FFCB-41F2-9F10-B32969084B6B}" type="pres">
      <dgm:prSet presAssocID="{C65E3FCC-6DC2-4142-9197-01CE7BCE2E55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AE507319-9E85-4125-816E-1FBEBDCE922C}" type="presOf" srcId="{0FDA6B73-9153-4B04-9B65-47DC6B31A873}" destId="{4B92AAA6-F682-4C36-96FD-8DB58FDF8F87}" srcOrd="0" destOrd="0" presId="urn:microsoft.com/office/officeart/2018/5/layout/IconCircleLabelList"/>
    <dgm:cxn modelId="{39D5A265-AE4E-417B-BDA6-FB3FE45A35F5}" type="presOf" srcId="{C65E3FCC-6DC2-4142-9197-01CE7BCE2E55}" destId="{EBE191C1-FFCB-41F2-9F10-B32969084B6B}" srcOrd="0" destOrd="0" presId="urn:microsoft.com/office/officeart/2018/5/layout/IconCircleLabelList"/>
    <dgm:cxn modelId="{19BA8AC6-BA9B-4C0A-8B20-7D9854EDD89C}" srcId="{7A88B203-EE8F-4AB4-AB7B-2F2B34C4E78A}" destId="{C65E3FCC-6DC2-4142-9197-01CE7BCE2E55}" srcOrd="1" destOrd="0" parTransId="{7B1305D7-AAA1-4201-AC26-0A72B18D257E}" sibTransId="{A3119D47-4973-4AE4-9691-6C0C898BA5E0}"/>
    <dgm:cxn modelId="{239DD4C7-8DB3-487E-BACF-3F01A73E4C7D}" srcId="{7A88B203-EE8F-4AB4-AB7B-2F2B34C4E78A}" destId="{0FDA6B73-9153-4B04-9B65-47DC6B31A873}" srcOrd="0" destOrd="0" parTransId="{C4396A46-199F-4873-85E1-245E4CBBC864}" sibTransId="{D64568BF-3474-448E-A814-7C66C9046AD9}"/>
    <dgm:cxn modelId="{0CDF74D9-2D72-461F-8849-9ABBD47CD36A}" type="presOf" srcId="{7A88B203-EE8F-4AB4-AB7B-2F2B34C4E78A}" destId="{7851B0A9-E997-411B-BDC2-816723D87978}" srcOrd="0" destOrd="0" presId="urn:microsoft.com/office/officeart/2018/5/layout/IconCircleLabelList"/>
    <dgm:cxn modelId="{CE73B2A1-1100-4019-999A-FE1810DDFE3B}" type="presParOf" srcId="{7851B0A9-E997-411B-BDC2-816723D87978}" destId="{C0237D87-64D0-45F3-AAAF-964DA65B4F77}" srcOrd="0" destOrd="0" presId="urn:microsoft.com/office/officeart/2018/5/layout/IconCircleLabelList"/>
    <dgm:cxn modelId="{AE793BF2-4BAA-4494-8DB2-2DCA10BE3249}" type="presParOf" srcId="{C0237D87-64D0-45F3-AAAF-964DA65B4F77}" destId="{BF4C3B8E-16ED-4CFF-8A54-1D1F80E6164E}" srcOrd="0" destOrd="0" presId="urn:microsoft.com/office/officeart/2018/5/layout/IconCircleLabelList"/>
    <dgm:cxn modelId="{FFF6FB7F-4253-4247-BF9F-380D0D3F1274}" type="presParOf" srcId="{C0237D87-64D0-45F3-AAAF-964DA65B4F77}" destId="{D1FD2418-29C0-42CA-85FF-482DE6B7CC64}" srcOrd="1" destOrd="0" presId="urn:microsoft.com/office/officeart/2018/5/layout/IconCircleLabelList"/>
    <dgm:cxn modelId="{F29B5E1F-4A41-472D-838E-E9DDBE06206B}" type="presParOf" srcId="{C0237D87-64D0-45F3-AAAF-964DA65B4F77}" destId="{79E69193-403E-4718-8CAF-5AD8FF6B634C}" srcOrd="2" destOrd="0" presId="urn:microsoft.com/office/officeart/2018/5/layout/IconCircleLabelList"/>
    <dgm:cxn modelId="{D1B50550-C673-4476-BA09-00442D0F3FA4}" type="presParOf" srcId="{C0237D87-64D0-45F3-AAAF-964DA65B4F77}" destId="{4B92AAA6-F682-4C36-96FD-8DB58FDF8F87}" srcOrd="3" destOrd="0" presId="urn:microsoft.com/office/officeart/2018/5/layout/IconCircleLabelList"/>
    <dgm:cxn modelId="{9042C97E-DE57-4A44-9D2F-24B818B7892B}" type="presParOf" srcId="{7851B0A9-E997-411B-BDC2-816723D87978}" destId="{B9D44BC4-58D4-441B-A1DE-B0369F60A3D9}" srcOrd="1" destOrd="0" presId="urn:microsoft.com/office/officeart/2018/5/layout/IconCircleLabelList"/>
    <dgm:cxn modelId="{45CE1F89-1084-4E17-87C8-88535A47CBD5}" type="presParOf" srcId="{7851B0A9-E997-411B-BDC2-816723D87978}" destId="{8F5EA50C-0A91-44E1-B791-C45DFD4515ED}" srcOrd="2" destOrd="0" presId="urn:microsoft.com/office/officeart/2018/5/layout/IconCircleLabelList"/>
    <dgm:cxn modelId="{3F2BB2F2-970C-40BB-AC9A-367E5FC612C4}" type="presParOf" srcId="{8F5EA50C-0A91-44E1-B791-C45DFD4515ED}" destId="{2632FBA3-718D-42D2-85C2-1AC4B17D145C}" srcOrd="0" destOrd="0" presId="urn:microsoft.com/office/officeart/2018/5/layout/IconCircleLabelList"/>
    <dgm:cxn modelId="{7A8B0DE9-BD3B-44A3-8A9F-AC0BDCBEE43A}" type="presParOf" srcId="{8F5EA50C-0A91-44E1-B791-C45DFD4515ED}" destId="{B7789592-9E5C-408A-8294-20181A9E5886}" srcOrd="1" destOrd="0" presId="urn:microsoft.com/office/officeart/2018/5/layout/IconCircleLabelList"/>
    <dgm:cxn modelId="{67287526-F3AF-4599-B0F4-B3EE84F1DC58}" type="presParOf" srcId="{8F5EA50C-0A91-44E1-B791-C45DFD4515ED}" destId="{F8A9A808-754C-4A87-9D45-70C9112B7FA3}" srcOrd="2" destOrd="0" presId="urn:microsoft.com/office/officeart/2018/5/layout/IconCircleLabelList"/>
    <dgm:cxn modelId="{0E50862A-EE7C-4DEA-842E-C59D7CA52DE0}" type="presParOf" srcId="{8F5EA50C-0A91-44E1-B791-C45DFD4515ED}" destId="{EBE191C1-FFCB-41F2-9F10-B32969084B6B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CD34412-A2C6-4E19-A4AE-2DE39E3DF11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AA06740-AE71-4D57-B34D-5F46C73E3890}">
      <dgm:prSet/>
      <dgm:spPr/>
      <dgm:t>
        <a:bodyPr/>
        <a:lstStyle/>
        <a:p>
          <a:r>
            <a:rPr lang="en-GB"/>
            <a:t>Used the ’rbf’ kernel with C=10 regularization</a:t>
          </a:r>
          <a:endParaRPr lang="en-US"/>
        </a:p>
      </dgm:t>
    </dgm:pt>
    <dgm:pt modelId="{92E8C4B7-A7A8-4B97-A563-4C323E5147BB}" type="parTrans" cxnId="{92B05644-33B4-489F-B65E-53EEF2617767}">
      <dgm:prSet/>
      <dgm:spPr/>
      <dgm:t>
        <a:bodyPr/>
        <a:lstStyle/>
        <a:p>
          <a:endParaRPr lang="en-US"/>
        </a:p>
      </dgm:t>
    </dgm:pt>
    <dgm:pt modelId="{534666CD-B058-4B42-8052-75D6AE49B80D}" type="sibTrans" cxnId="{92B05644-33B4-489F-B65E-53EEF2617767}">
      <dgm:prSet/>
      <dgm:spPr/>
      <dgm:t>
        <a:bodyPr/>
        <a:lstStyle/>
        <a:p>
          <a:endParaRPr lang="en-US"/>
        </a:p>
      </dgm:t>
    </dgm:pt>
    <dgm:pt modelId="{D1CA9C96-6D21-4D96-A2E1-CA4EAFC337F7}">
      <dgm:prSet/>
      <dgm:spPr/>
      <dgm:t>
        <a:bodyPr/>
        <a:lstStyle/>
        <a:p>
          <a:r>
            <a:rPr lang="en-GB"/>
            <a:t>Overall accuracy of 90% </a:t>
          </a:r>
          <a:endParaRPr lang="en-US"/>
        </a:p>
      </dgm:t>
    </dgm:pt>
    <dgm:pt modelId="{8AF5B9F5-A8DD-40E3-B058-3AC3FEA5D1A4}" type="parTrans" cxnId="{D689E5FF-59CC-423B-A84C-F3F4C5705D98}">
      <dgm:prSet/>
      <dgm:spPr/>
      <dgm:t>
        <a:bodyPr/>
        <a:lstStyle/>
        <a:p>
          <a:endParaRPr lang="en-US"/>
        </a:p>
      </dgm:t>
    </dgm:pt>
    <dgm:pt modelId="{7678D5AC-03BD-425F-A2DE-E530AE1A6AAA}" type="sibTrans" cxnId="{D689E5FF-59CC-423B-A84C-F3F4C5705D98}">
      <dgm:prSet/>
      <dgm:spPr/>
      <dgm:t>
        <a:bodyPr/>
        <a:lstStyle/>
        <a:p>
          <a:endParaRPr lang="en-US"/>
        </a:p>
      </dgm:t>
    </dgm:pt>
    <dgm:pt modelId="{5514367B-1234-49E1-8068-6D49C47CC9E3}">
      <dgm:prSet/>
      <dgm:spPr/>
      <dgm:t>
        <a:bodyPr/>
        <a:lstStyle/>
        <a:p>
          <a:r>
            <a:rPr lang="en-GB"/>
            <a:t>Precision 96% (0/Bad) &amp; 71% (1/Good)</a:t>
          </a:r>
          <a:endParaRPr lang="en-US"/>
        </a:p>
      </dgm:t>
    </dgm:pt>
    <dgm:pt modelId="{425A3D91-AC14-4859-9E08-08A12BCC9FB5}" type="parTrans" cxnId="{2689B27C-28A0-46F7-BB2B-0D78425A609A}">
      <dgm:prSet/>
      <dgm:spPr/>
      <dgm:t>
        <a:bodyPr/>
        <a:lstStyle/>
        <a:p>
          <a:endParaRPr lang="en-US"/>
        </a:p>
      </dgm:t>
    </dgm:pt>
    <dgm:pt modelId="{8C138E86-EA0F-49D6-A758-92C8CCF6DADD}" type="sibTrans" cxnId="{2689B27C-28A0-46F7-BB2B-0D78425A609A}">
      <dgm:prSet/>
      <dgm:spPr/>
      <dgm:t>
        <a:bodyPr/>
        <a:lstStyle/>
        <a:p>
          <a:endParaRPr lang="en-US"/>
        </a:p>
      </dgm:t>
    </dgm:pt>
    <dgm:pt modelId="{0F905E01-B36D-4CBA-90FE-51CCC346152B}" type="pres">
      <dgm:prSet presAssocID="{0CD34412-A2C6-4E19-A4AE-2DE39E3DF117}" presName="root" presStyleCnt="0">
        <dgm:presLayoutVars>
          <dgm:dir/>
          <dgm:resizeHandles val="exact"/>
        </dgm:presLayoutVars>
      </dgm:prSet>
      <dgm:spPr/>
    </dgm:pt>
    <dgm:pt modelId="{24ED2561-4ED4-4158-BCD6-68DE26C107EE}" type="pres">
      <dgm:prSet presAssocID="{9AA06740-AE71-4D57-B34D-5F46C73E3890}" presName="compNode" presStyleCnt="0"/>
      <dgm:spPr/>
    </dgm:pt>
    <dgm:pt modelId="{8E3E5EB4-D93A-4548-B2B9-596EA9379CCA}" type="pres">
      <dgm:prSet presAssocID="{9AA06740-AE71-4D57-B34D-5F46C73E3890}" presName="bgRect" presStyleLbl="bgShp" presStyleIdx="0" presStyleCnt="3"/>
      <dgm:spPr/>
    </dgm:pt>
    <dgm:pt modelId="{2D7693D4-C0C7-4F67-94E8-2F417D72064C}" type="pres">
      <dgm:prSet presAssocID="{9AA06740-AE71-4D57-B34D-5F46C73E389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idney"/>
        </a:ext>
      </dgm:extLst>
    </dgm:pt>
    <dgm:pt modelId="{6ECD9FCE-59E0-40D3-A380-0BC5003B5152}" type="pres">
      <dgm:prSet presAssocID="{9AA06740-AE71-4D57-B34D-5F46C73E3890}" presName="spaceRect" presStyleCnt="0"/>
      <dgm:spPr/>
    </dgm:pt>
    <dgm:pt modelId="{B2FF4ECA-8189-406C-9EB3-9CD13676E7D4}" type="pres">
      <dgm:prSet presAssocID="{9AA06740-AE71-4D57-B34D-5F46C73E3890}" presName="parTx" presStyleLbl="revTx" presStyleIdx="0" presStyleCnt="3">
        <dgm:presLayoutVars>
          <dgm:chMax val="0"/>
          <dgm:chPref val="0"/>
        </dgm:presLayoutVars>
      </dgm:prSet>
      <dgm:spPr/>
    </dgm:pt>
    <dgm:pt modelId="{9301AF76-32D5-4DC2-99E7-C336C169D92C}" type="pres">
      <dgm:prSet presAssocID="{534666CD-B058-4B42-8052-75D6AE49B80D}" presName="sibTrans" presStyleCnt="0"/>
      <dgm:spPr/>
    </dgm:pt>
    <dgm:pt modelId="{B8898C1A-AA6F-49DA-8DFC-CE88B981CBB7}" type="pres">
      <dgm:prSet presAssocID="{D1CA9C96-6D21-4D96-A2E1-CA4EAFC337F7}" presName="compNode" presStyleCnt="0"/>
      <dgm:spPr/>
    </dgm:pt>
    <dgm:pt modelId="{DE8D295D-D25C-45A2-BCCC-A51CD28D8F78}" type="pres">
      <dgm:prSet presAssocID="{D1CA9C96-6D21-4D96-A2E1-CA4EAFC337F7}" presName="bgRect" presStyleLbl="bgShp" presStyleIdx="1" presStyleCnt="3"/>
      <dgm:spPr/>
    </dgm:pt>
    <dgm:pt modelId="{8FEFFDE5-4F78-4EB1-91D2-6047CD3D985A}" type="pres">
      <dgm:prSet presAssocID="{D1CA9C96-6D21-4D96-A2E1-CA4EAFC337F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9D9EEB62-62A9-425D-B218-1D57010BED92}" type="pres">
      <dgm:prSet presAssocID="{D1CA9C96-6D21-4D96-A2E1-CA4EAFC337F7}" presName="spaceRect" presStyleCnt="0"/>
      <dgm:spPr/>
    </dgm:pt>
    <dgm:pt modelId="{2B44F9BE-3B21-4C85-B51C-291611E9B5D4}" type="pres">
      <dgm:prSet presAssocID="{D1CA9C96-6D21-4D96-A2E1-CA4EAFC337F7}" presName="parTx" presStyleLbl="revTx" presStyleIdx="1" presStyleCnt="3">
        <dgm:presLayoutVars>
          <dgm:chMax val="0"/>
          <dgm:chPref val="0"/>
        </dgm:presLayoutVars>
      </dgm:prSet>
      <dgm:spPr/>
    </dgm:pt>
    <dgm:pt modelId="{F0AA955A-AF5D-43F6-A876-360064EB4DD4}" type="pres">
      <dgm:prSet presAssocID="{7678D5AC-03BD-425F-A2DE-E530AE1A6AAA}" presName="sibTrans" presStyleCnt="0"/>
      <dgm:spPr/>
    </dgm:pt>
    <dgm:pt modelId="{0855C64A-CC83-4519-92C3-2E85B6BF8E64}" type="pres">
      <dgm:prSet presAssocID="{5514367B-1234-49E1-8068-6D49C47CC9E3}" presName="compNode" presStyleCnt="0"/>
      <dgm:spPr/>
    </dgm:pt>
    <dgm:pt modelId="{5D047A3A-D8BD-478E-9023-696DEF2BA937}" type="pres">
      <dgm:prSet presAssocID="{5514367B-1234-49E1-8068-6D49C47CC9E3}" presName="bgRect" presStyleLbl="bgShp" presStyleIdx="2" presStyleCnt="3"/>
      <dgm:spPr/>
    </dgm:pt>
    <dgm:pt modelId="{9FD1BE5B-FE93-406A-AECD-167A06883FD7}" type="pres">
      <dgm:prSet presAssocID="{5514367B-1234-49E1-8068-6D49C47CC9E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F1795331-37EC-43F2-9783-B7AB4322FAEF}" type="pres">
      <dgm:prSet presAssocID="{5514367B-1234-49E1-8068-6D49C47CC9E3}" presName="spaceRect" presStyleCnt="0"/>
      <dgm:spPr/>
    </dgm:pt>
    <dgm:pt modelId="{A68D5523-800F-4F88-9916-B6D96665703A}" type="pres">
      <dgm:prSet presAssocID="{5514367B-1234-49E1-8068-6D49C47CC9E3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034E0B2B-5549-4955-8E76-C8DB47C5E7D3}" type="presOf" srcId="{0CD34412-A2C6-4E19-A4AE-2DE39E3DF117}" destId="{0F905E01-B36D-4CBA-90FE-51CCC346152B}" srcOrd="0" destOrd="0" presId="urn:microsoft.com/office/officeart/2018/2/layout/IconVerticalSolidList"/>
    <dgm:cxn modelId="{92B05644-33B4-489F-B65E-53EEF2617767}" srcId="{0CD34412-A2C6-4E19-A4AE-2DE39E3DF117}" destId="{9AA06740-AE71-4D57-B34D-5F46C73E3890}" srcOrd="0" destOrd="0" parTransId="{92E8C4B7-A7A8-4B97-A563-4C323E5147BB}" sibTransId="{534666CD-B058-4B42-8052-75D6AE49B80D}"/>
    <dgm:cxn modelId="{2689B27C-28A0-46F7-BB2B-0D78425A609A}" srcId="{0CD34412-A2C6-4E19-A4AE-2DE39E3DF117}" destId="{5514367B-1234-49E1-8068-6D49C47CC9E3}" srcOrd="2" destOrd="0" parTransId="{425A3D91-AC14-4859-9E08-08A12BCC9FB5}" sibTransId="{8C138E86-EA0F-49D6-A758-92C8CCF6DADD}"/>
    <dgm:cxn modelId="{0CACAE93-533D-4FB0-8518-FD36A637BEF4}" type="presOf" srcId="{5514367B-1234-49E1-8068-6D49C47CC9E3}" destId="{A68D5523-800F-4F88-9916-B6D96665703A}" srcOrd="0" destOrd="0" presId="urn:microsoft.com/office/officeart/2018/2/layout/IconVerticalSolidList"/>
    <dgm:cxn modelId="{32B975AC-9A89-4B46-A9FE-6A99F30EACE8}" type="presOf" srcId="{9AA06740-AE71-4D57-B34D-5F46C73E3890}" destId="{B2FF4ECA-8189-406C-9EB3-9CD13676E7D4}" srcOrd="0" destOrd="0" presId="urn:microsoft.com/office/officeart/2018/2/layout/IconVerticalSolidList"/>
    <dgm:cxn modelId="{7C4FB9C2-2919-495A-8D49-A566294122EE}" type="presOf" srcId="{D1CA9C96-6D21-4D96-A2E1-CA4EAFC337F7}" destId="{2B44F9BE-3B21-4C85-B51C-291611E9B5D4}" srcOrd="0" destOrd="0" presId="urn:microsoft.com/office/officeart/2018/2/layout/IconVerticalSolidList"/>
    <dgm:cxn modelId="{D689E5FF-59CC-423B-A84C-F3F4C5705D98}" srcId="{0CD34412-A2C6-4E19-A4AE-2DE39E3DF117}" destId="{D1CA9C96-6D21-4D96-A2E1-CA4EAFC337F7}" srcOrd="1" destOrd="0" parTransId="{8AF5B9F5-A8DD-40E3-B058-3AC3FEA5D1A4}" sibTransId="{7678D5AC-03BD-425F-A2DE-E530AE1A6AAA}"/>
    <dgm:cxn modelId="{FA3FB932-264D-4C37-A3B1-E87003ABC805}" type="presParOf" srcId="{0F905E01-B36D-4CBA-90FE-51CCC346152B}" destId="{24ED2561-4ED4-4158-BCD6-68DE26C107EE}" srcOrd="0" destOrd="0" presId="urn:microsoft.com/office/officeart/2018/2/layout/IconVerticalSolidList"/>
    <dgm:cxn modelId="{1B8E3B3A-28BE-4EBF-AF85-CD7B88B0CD61}" type="presParOf" srcId="{24ED2561-4ED4-4158-BCD6-68DE26C107EE}" destId="{8E3E5EB4-D93A-4548-B2B9-596EA9379CCA}" srcOrd="0" destOrd="0" presId="urn:microsoft.com/office/officeart/2018/2/layout/IconVerticalSolidList"/>
    <dgm:cxn modelId="{1ECBB9C9-FC55-48C3-840D-B5D336156A4D}" type="presParOf" srcId="{24ED2561-4ED4-4158-BCD6-68DE26C107EE}" destId="{2D7693D4-C0C7-4F67-94E8-2F417D72064C}" srcOrd="1" destOrd="0" presId="urn:microsoft.com/office/officeart/2018/2/layout/IconVerticalSolidList"/>
    <dgm:cxn modelId="{2A3E11A3-4C93-4D2A-9D84-F848666D8417}" type="presParOf" srcId="{24ED2561-4ED4-4158-BCD6-68DE26C107EE}" destId="{6ECD9FCE-59E0-40D3-A380-0BC5003B5152}" srcOrd="2" destOrd="0" presId="urn:microsoft.com/office/officeart/2018/2/layout/IconVerticalSolidList"/>
    <dgm:cxn modelId="{3723FB37-1AF9-44F5-8670-7758E2594426}" type="presParOf" srcId="{24ED2561-4ED4-4158-BCD6-68DE26C107EE}" destId="{B2FF4ECA-8189-406C-9EB3-9CD13676E7D4}" srcOrd="3" destOrd="0" presId="urn:microsoft.com/office/officeart/2018/2/layout/IconVerticalSolidList"/>
    <dgm:cxn modelId="{C17CC688-617B-457A-B8E3-ECDBC8DEC736}" type="presParOf" srcId="{0F905E01-B36D-4CBA-90FE-51CCC346152B}" destId="{9301AF76-32D5-4DC2-99E7-C336C169D92C}" srcOrd="1" destOrd="0" presId="urn:microsoft.com/office/officeart/2018/2/layout/IconVerticalSolidList"/>
    <dgm:cxn modelId="{F2332603-17F6-4B8A-967E-FB2F36026A0F}" type="presParOf" srcId="{0F905E01-B36D-4CBA-90FE-51CCC346152B}" destId="{B8898C1A-AA6F-49DA-8DFC-CE88B981CBB7}" srcOrd="2" destOrd="0" presId="urn:microsoft.com/office/officeart/2018/2/layout/IconVerticalSolidList"/>
    <dgm:cxn modelId="{63002C18-17DA-4E0C-826F-A2A708323AC4}" type="presParOf" srcId="{B8898C1A-AA6F-49DA-8DFC-CE88B981CBB7}" destId="{DE8D295D-D25C-45A2-BCCC-A51CD28D8F78}" srcOrd="0" destOrd="0" presId="urn:microsoft.com/office/officeart/2018/2/layout/IconVerticalSolidList"/>
    <dgm:cxn modelId="{E1124991-0253-4172-ADA3-D0EB8F161BED}" type="presParOf" srcId="{B8898C1A-AA6F-49DA-8DFC-CE88B981CBB7}" destId="{8FEFFDE5-4F78-4EB1-91D2-6047CD3D985A}" srcOrd="1" destOrd="0" presId="urn:microsoft.com/office/officeart/2018/2/layout/IconVerticalSolidList"/>
    <dgm:cxn modelId="{991FC829-2B29-4395-A1FA-54D16B694B53}" type="presParOf" srcId="{B8898C1A-AA6F-49DA-8DFC-CE88B981CBB7}" destId="{9D9EEB62-62A9-425D-B218-1D57010BED92}" srcOrd="2" destOrd="0" presId="urn:microsoft.com/office/officeart/2018/2/layout/IconVerticalSolidList"/>
    <dgm:cxn modelId="{4250576E-4193-4A50-8709-F43D633F1DDB}" type="presParOf" srcId="{B8898C1A-AA6F-49DA-8DFC-CE88B981CBB7}" destId="{2B44F9BE-3B21-4C85-B51C-291611E9B5D4}" srcOrd="3" destOrd="0" presId="urn:microsoft.com/office/officeart/2018/2/layout/IconVerticalSolidList"/>
    <dgm:cxn modelId="{A69A56C8-3BD7-48C5-8BAD-562EAFEB279B}" type="presParOf" srcId="{0F905E01-B36D-4CBA-90FE-51CCC346152B}" destId="{F0AA955A-AF5D-43F6-A876-360064EB4DD4}" srcOrd="3" destOrd="0" presId="urn:microsoft.com/office/officeart/2018/2/layout/IconVerticalSolidList"/>
    <dgm:cxn modelId="{E7B66A30-C24C-438E-B3C6-04371985C97E}" type="presParOf" srcId="{0F905E01-B36D-4CBA-90FE-51CCC346152B}" destId="{0855C64A-CC83-4519-92C3-2E85B6BF8E64}" srcOrd="4" destOrd="0" presId="urn:microsoft.com/office/officeart/2018/2/layout/IconVerticalSolidList"/>
    <dgm:cxn modelId="{D19A5B58-69C1-4467-9BC6-1958FA0AAFB5}" type="presParOf" srcId="{0855C64A-CC83-4519-92C3-2E85B6BF8E64}" destId="{5D047A3A-D8BD-478E-9023-696DEF2BA937}" srcOrd="0" destOrd="0" presId="urn:microsoft.com/office/officeart/2018/2/layout/IconVerticalSolidList"/>
    <dgm:cxn modelId="{0636946F-E6B1-4100-8778-5B8969D4C973}" type="presParOf" srcId="{0855C64A-CC83-4519-92C3-2E85B6BF8E64}" destId="{9FD1BE5B-FE93-406A-AECD-167A06883FD7}" srcOrd="1" destOrd="0" presId="urn:microsoft.com/office/officeart/2018/2/layout/IconVerticalSolidList"/>
    <dgm:cxn modelId="{57DC1A82-649A-49B3-968A-0546BBC7DF45}" type="presParOf" srcId="{0855C64A-CC83-4519-92C3-2E85B6BF8E64}" destId="{F1795331-37EC-43F2-9783-B7AB4322FAEF}" srcOrd="2" destOrd="0" presId="urn:microsoft.com/office/officeart/2018/2/layout/IconVerticalSolidList"/>
    <dgm:cxn modelId="{D18CF564-4132-470D-9C4C-F3C105A57BF1}" type="presParOf" srcId="{0855C64A-CC83-4519-92C3-2E85B6BF8E64}" destId="{A68D5523-800F-4F88-9916-B6D96665703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4C3B8E-16ED-4CFF-8A54-1D1F80E6164E}">
      <dsp:nvSpPr>
        <dsp:cNvPr id="0" name=""/>
        <dsp:cNvSpPr/>
      </dsp:nvSpPr>
      <dsp:spPr>
        <a:xfrm>
          <a:off x="2044800" y="280418"/>
          <a:ext cx="2196000" cy="2196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FD2418-29C0-42CA-85FF-482DE6B7CC64}">
      <dsp:nvSpPr>
        <dsp:cNvPr id="0" name=""/>
        <dsp:cNvSpPr/>
      </dsp:nvSpPr>
      <dsp:spPr>
        <a:xfrm>
          <a:off x="2512800" y="748418"/>
          <a:ext cx="1260000" cy="126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92AAA6-F682-4C36-96FD-8DB58FDF8F87}">
      <dsp:nvSpPr>
        <dsp:cNvPr id="0" name=""/>
        <dsp:cNvSpPr/>
      </dsp:nvSpPr>
      <dsp:spPr>
        <a:xfrm>
          <a:off x="1342800" y="3160418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2700" kern="1200"/>
            <a:t>Jupyter Notebooks</a:t>
          </a:r>
          <a:endParaRPr lang="en-US" sz="2700" kern="1200"/>
        </a:p>
      </dsp:txBody>
      <dsp:txXfrm>
        <a:off x="1342800" y="3160418"/>
        <a:ext cx="3600000" cy="720000"/>
      </dsp:txXfrm>
    </dsp:sp>
    <dsp:sp modelId="{2632FBA3-718D-42D2-85C2-1AC4B17D145C}">
      <dsp:nvSpPr>
        <dsp:cNvPr id="0" name=""/>
        <dsp:cNvSpPr/>
      </dsp:nvSpPr>
      <dsp:spPr>
        <a:xfrm>
          <a:off x="6274800" y="280418"/>
          <a:ext cx="2196000" cy="2196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789592-9E5C-408A-8294-20181A9E5886}">
      <dsp:nvSpPr>
        <dsp:cNvPr id="0" name=""/>
        <dsp:cNvSpPr/>
      </dsp:nvSpPr>
      <dsp:spPr>
        <a:xfrm>
          <a:off x="6742800" y="748418"/>
          <a:ext cx="1260000" cy="126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E191C1-FFCB-41F2-9F10-B32969084B6B}">
      <dsp:nvSpPr>
        <dsp:cNvPr id="0" name=""/>
        <dsp:cNvSpPr/>
      </dsp:nvSpPr>
      <dsp:spPr>
        <a:xfrm>
          <a:off x="5572800" y="3160418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2700" kern="1200"/>
            <a:t>Github Repository</a:t>
          </a:r>
          <a:endParaRPr lang="en-US" sz="2700" kern="1200"/>
        </a:p>
      </dsp:txBody>
      <dsp:txXfrm>
        <a:off x="5572800" y="3160418"/>
        <a:ext cx="360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3E5EB4-D93A-4548-B2B9-596EA9379CCA}">
      <dsp:nvSpPr>
        <dsp:cNvPr id="0" name=""/>
        <dsp:cNvSpPr/>
      </dsp:nvSpPr>
      <dsp:spPr>
        <a:xfrm>
          <a:off x="0" y="651"/>
          <a:ext cx="6651253" cy="152498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7693D4-C0C7-4F67-94E8-2F417D72064C}">
      <dsp:nvSpPr>
        <dsp:cNvPr id="0" name=""/>
        <dsp:cNvSpPr/>
      </dsp:nvSpPr>
      <dsp:spPr>
        <a:xfrm>
          <a:off x="461309" y="343774"/>
          <a:ext cx="838743" cy="83874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FF4ECA-8189-406C-9EB3-9CD13676E7D4}">
      <dsp:nvSpPr>
        <dsp:cNvPr id="0" name=""/>
        <dsp:cNvSpPr/>
      </dsp:nvSpPr>
      <dsp:spPr>
        <a:xfrm>
          <a:off x="1761361" y="651"/>
          <a:ext cx="4889891" cy="15249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395" tIns="161395" rIns="161395" bIns="16139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Used the ’rbf’ kernel with C=10 regularization</a:t>
          </a:r>
          <a:endParaRPr lang="en-US" sz="2500" kern="1200"/>
        </a:p>
      </dsp:txBody>
      <dsp:txXfrm>
        <a:off x="1761361" y="651"/>
        <a:ext cx="4889891" cy="1524988"/>
      </dsp:txXfrm>
    </dsp:sp>
    <dsp:sp modelId="{DE8D295D-D25C-45A2-BCCC-A51CD28D8F78}">
      <dsp:nvSpPr>
        <dsp:cNvPr id="0" name=""/>
        <dsp:cNvSpPr/>
      </dsp:nvSpPr>
      <dsp:spPr>
        <a:xfrm>
          <a:off x="0" y="1906887"/>
          <a:ext cx="6651253" cy="152498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EFFDE5-4F78-4EB1-91D2-6047CD3D985A}">
      <dsp:nvSpPr>
        <dsp:cNvPr id="0" name=""/>
        <dsp:cNvSpPr/>
      </dsp:nvSpPr>
      <dsp:spPr>
        <a:xfrm>
          <a:off x="461309" y="2250010"/>
          <a:ext cx="838743" cy="83874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44F9BE-3B21-4C85-B51C-291611E9B5D4}">
      <dsp:nvSpPr>
        <dsp:cNvPr id="0" name=""/>
        <dsp:cNvSpPr/>
      </dsp:nvSpPr>
      <dsp:spPr>
        <a:xfrm>
          <a:off x="1761361" y="1906887"/>
          <a:ext cx="4889891" cy="15249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395" tIns="161395" rIns="161395" bIns="16139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Overall accuracy of 90% </a:t>
          </a:r>
          <a:endParaRPr lang="en-US" sz="2500" kern="1200"/>
        </a:p>
      </dsp:txBody>
      <dsp:txXfrm>
        <a:off x="1761361" y="1906887"/>
        <a:ext cx="4889891" cy="1524988"/>
      </dsp:txXfrm>
    </dsp:sp>
    <dsp:sp modelId="{5D047A3A-D8BD-478E-9023-696DEF2BA937}">
      <dsp:nvSpPr>
        <dsp:cNvPr id="0" name=""/>
        <dsp:cNvSpPr/>
      </dsp:nvSpPr>
      <dsp:spPr>
        <a:xfrm>
          <a:off x="0" y="3813123"/>
          <a:ext cx="6651253" cy="152498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D1BE5B-FE93-406A-AECD-167A06883FD7}">
      <dsp:nvSpPr>
        <dsp:cNvPr id="0" name=""/>
        <dsp:cNvSpPr/>
      </dsp:nvSpPr>
      <dsp:spPr>
        <a:xfrm>
          <a:off x="461309" y="4156246"/>
          <a:ext cx="838743" cy="83874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8D5523-800F-4F88-9916-B6D96665703A}">
      <dsp:nvSpPr>
        <dsp:cNvPr id="0" name=""/>
        <dsp:cNvSpPr/>
      </dsp:nvSpPr>
      <dsp:spPr>
        <a:xfrm>
          <a:off x="1761361" y="3813123"/>
          <a:ext cx="4889891" cy="15249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395" tIns="161395" rIns="161395" bIns="16139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Precision 96% (0/Bad) &amp; 71% (1/Good)</a:t>
          </a:r>
          <a:endParaRPr lang="en-US" sz="2500" kern="1200"/>
        </a:p>
      </dsp:txBody>
      <dsp:txXfrm>
        <a:off x="1761361" y="3813123"/>
        <a:ext cx="4889891" cy="15249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1" descr="Tag=AccentColor&#10;Flavor=Light&#10;Target=Fill">
            <a:extLst>
              <a:ext uri="{FF2B5EF4-FFF2-40B4-BE49-F238E27FC236}">
                <a16:creationId xmlns:a16="http://schemas.microsoft.com/office/drawing/2014/main" id="{0D57E7FA-E8FC-45AC-868F-CDC8144939D6}"/>
              </a:ext>
            </a:extLst>
          </p:cNvPr>
          <p:cNvSpPr/>
          <p:nvPr/>
        </p:nvSpPr>
        <p:spPr>
          <a:xfrm rot="10800000" flipV="1">
            <a:off x="2599854" y="527562"/>
            <a:ext cx="6992292" cy="5102484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7094A5-EB6F-441D-88F8-CD7A30C847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8760" y="1591056"/>
            <a:ext cx="5705856" cy="3264408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7CE1E3-3929-42A6-81B7-056BD88EF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28616"/>
            <a:ext cx="5705856" cy="996696"/>
          </a:xfrm>
        </p:spPr>
        <p:txBody>
          <a:bodyPr/>
          <a:lstStyle>
            <a:lvl1pPr marL="0" indent="0" algn="l"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951E3-0794-422C-AF76-0AD4A7FB1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5/16/20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4EBFA8-0291-4D77-A9D9-B17FC2382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7AC4D4-C4EE-4624-A329-C608A1D5A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75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 descr="Tag=AccentColor&#10;Flavor=Light&#10;Target=Fill">
            <a:extLst>
              <a:ext uri="{FF2B5EF4-FFF2-40B4-BE49-F238E27FC236}">
                <a16:creationId xmlns:a16="http://schemas.microsoft.com/office/drawing/2014/main" id="{13B7BB51-92B8-4089-8DAB-1202A4D1C6A3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030E26-A86A-417A-AA64-699AA8DD3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CF97E-0E6E-41E9-B75B-0371E744D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1680"/>
            <a:ext cx="1051560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AE770-8363-44CD-8A22-AB26C5C53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5/16/20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618F2-3B8E-4449-91E7-F8AA49609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428F0-E5C2-42A1-AB2F-1A19FFAD1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859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9" descr="Tag=AccentColor&#10;Flavor=Light&#10;Target=Fill">
            <a:extLst>
              <a:ext uri="{FF2B5EF4-FFF2-40B4-BE49-F238E27FC236}">
                <a16:creationId xmlns:a16="http://schemas.microsoft.com/office/drawing/2014/main" id="{DB2CE8D6-5B4E-4EBE-9ED5-A1DA7E2A5CDA}"/>
              </a:ext>
            </a:extLst>
          </p:cNvPr>
          <p:cNvSpPr/>
          <p:nvPr/>
        </p:nvSpPr>
        <p:spPr>
          <a:xfrm>
            <a:off x="7209816" y="0"/>
            <a:ext cx="4143984" cy="5747660"/>
          </a:xfrm>
          <a:custGeom>
            <a:avLst/>
            <a:gdLst>
              <a:gd name="connsiteX0" fmla="*/ 0 w 3843750"/>
              <a:gd name="connsiteY0" fmla="*/ 346 h 5956080"/>
              <a:gd name="connsiteX1" fmla="*/ 72373 w 3843750"/>
              <a:gd name="connsiteY1" fmla="*/ 2447534 h 5956080"/>
              <a:gd name="connsiteX2" fmla="*/ 145093 w 3843750"/>
              <a:gd name="connsiteY2" fmla="*/ 3878724 h 5956080"/>
              <a:gd name="connsiteX3" fmla="*/ 237897 w 3843750"/>
              <a:gd name="connsiteY3" fmla="*/ 4208041 h 5956080"/>
              <a:gd name="connsiteX4" fmla="*/ 281875 w 3843750"/>
              <a:gd name="connsiteY4" fmla="*/ 4677601 h 5956080"/>
              <a:gd name="connsiteX5" fmla="*/ 360135 w 3843750"/>
              <a:gd name="connsiteY5" fmla="*/ 5287407 h 5956080"/>
              <a:gd name="connsiteX6" fmla="*/ 414155 w 3843750"/>
              <a:gd name="connsiteY6" fmla="*/ 5817914 h 5956080"/>
              <a:gd name="connsiteX7" fmla="*/ 681487 w 3843750"/>
              <a:gd name="connsiteY7" fmla="*/ 5914873 h 5956080"/>
              <a:gd name="connsiteX8" fmla="*/ 892373 w 3843750"/>
              <a:gd name="connsiteY8" fmla="*/ 5605295 h 5956080"/>
              <a:gd name="connsiteX9" fmla="*/ 1027770 w 3843750"/>
              <a:gd name="connsiteY9" fmla="*/ 5804063 h 5956080"/>
              <a:gd name="connsiteX10" fmla="*/ 1200566 w 3843750"/>
              <a:gd name="connsiteY10" fmla="*/ 5527036 h 5956080"/>
              <a:gd name="connsiteX11" fmla="*/ 1348083 w 3843750"/>
              <a:gd name="connsiteY11" fmla="*/ 5363590 h 5956080"/>
              <a:gd name="connsiteX12" fmla="*/ 1425997 w 3843750"/>
              <a:gd name="connsiteY12" fmla="*/ 4800532 h 5956080"/>
              <a:gd name="connsiteX13" fmla="*/ 1517416 w 3843750"/>
              <a:gd name="connsiteY13" fmla="*/ 4640549 h 5956080"/>
              <a:gd name="connsiteX14" fmla="*/ 1569705 w 3843750"/>
              <a:gd name="connsiteY14" fmla="*/ 4803995 h 5956080"/>
              <a:gd name="connsiteX15" fmla="*/ 1530921 w 3843750"/>
              <a:gd name="connsiteY15" fmla="*/ 5433885 h 5956080"/>
              <a:gd name="connsiteX16" fmla="*/ 1614721 w 3843750"/>
              <a:gd name="connsiteY16" fmla="*/ 5319957 h 5956080"/>
              <a:gd name="connsiteX17" fmla="*/ 1800676 w 3843750"/>
              <a:gd name="connsiteY17" fmla="*/ 4608691 h 5956080"/>
              <a:gd name="connsiteX18" fmla="*/ 1918759 w 3843750"/>
              <a:gd name="connsiteY18" fmla="*/ 4486799 h 5956080"/>
              <a:gd name="connsiteX19" fmla="*/ 2009139 w 3843750"/>
              <a:gd name="connsiteY19" fmla="*/ 4715000 h 5956080"/>
              <a:gd name="connsiteX20" fmla="*/ 2135532 w 3843750"/>
              <a:gd name="connsiteY20" fmla="*/ 5321689 h 5956080"/>
              <a:gd name="connsiteX21" fmla="*/ 2209291 w 3843750"/>
              <a:gd name="connsiteY21" fmla="*/ 5028733 h 5956080"/>
              <a:gd name="connsiteX22" fmla="*/ 2501208 w 3843750"/>
              <a:gd name="connsiteY22" fmla="*/ 4457711 h 5956080"/>
              <a:gd name="connsiteX23" fmla="*/ 2695127 w 3843750"/>
              <a:gd name="connsiteY23" fmla="*/ 4973674 h 5956080"/>
              <a:gd name="connsiteX24" fmla="*/ 2825329 w 3843750"/>
              <a:gd name="connsiteY24" fmla="*/ 4563328 h 5956080"/>
              <a:gd name="connsiteX25" fmla="*/ 2904628 w 3843750"/>
              <a:gd name="connsiteY25" fmla="*/ 4466368 h 5956080"/>
              <a:gd name="connsiteX26" fmla="*/ 2922635 w 3843750"/>
              <a:gd name="connsiteY26" fmla="*/ 4519696 h 5956080"/>
              <a:gd name="connsiteX27" fmla="*/ 3089544 w 3843750"/>
              <a:gd name="connsiteY27" fmla="*/ 3606545 h 5956080"/>
              <a:gd name="connsiteX28" fmla="*/ 3150490 w 3843750"/>
              <a:gd name="connsiteY28" fmla="*/ 3989882 h 5956080"/>
              <a:gd name="connsiteX29" fmla="*/ 3755448 w 3843750"/>
              <a:gd name="connsiteY29" fmla="*/ 1538193 h 5956080"/>
              <a:gd name="connsiteX30" fmla="*/ 3850330 w 3843750"/>
              <a:gd name="connsiteY30" fmla="*/ 0 h 5956080"/>
              <a:gd name="connsiteX31" fmla="*/ 0 w 3843750"/>
              <a:gd name="connsiteY31" fmla="*/ 0 h 5956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3843750" h="5956080">
                <a:moveTo>
                  <a:pt x="0" y="346"/>
                </a:moveTo>
                <a:cubicBezTo>
                  <a:pt x="12120" y="1234155"/>
                  <a:pt x="72720" y="2447534"/>
                  <a:pt x="72373" y="2447534"/>
                </a:cubicBezTo>
                <a:cubicBezTo>
                  <a:pt x="72720" y="2449265"/>
                  <a:pt x="114274" y="3641520"/>
                  <a:pt x="145093" y="3878724"/>
                </a:cubicBezTo>
                <a:cubicBezTo>
                  <a:pt x="176258" y="4119392"/>
                  <a:pt x="210194" y="3969797"/>
                  <a:pt x="237897" y="4208041"/>
                </a:cubicBezTo>
                <a:cubicBezTo>
                  <a:pt x="250017" y="4367677"/>
                  <a:pt x="237204" y="4527661"/>
                  <a:pt x="281875" y="4677601"/>
                </a:cubicBezTo>
                <a:cubicBezTo>
                  <a:pt x="278758" y="4908226"/>
                  <a:pt x="338319" y="5059552"/>
                  <a:pt x="360135" y="5287407"/>
                </a:cubicBezTo>
                <a:cubicBezTo>
                  <a:pt x="370177" y="5468860"/>
                  <a:pt x="348015" y="5649274"/>
                  <a:pt x="414155" y="5817914"/>
                </a:cubicBezTo>
                <a:cubicBezTo>
                  <a:pt x="467137" y="5947770"/>
                  <a:pt x="534662" y="6049578"/>
                  <a:pt x="681487" y="5914873"/>
                </a:cubicBezTo>
                <a:cubicBezTo>
                  <a:pt x="680448" y="5747964"/>
                  <a:pt x="925963" y="5772897"/>
                  <a:pt x="892373" y="5605295"/>
                </a:cubicBezTo>
                <a:cubicBezTo>
                  <a:pt x="1003184" y="5641309"/>
                  <a:pt x="945009" y="5759046"/>
                  <a:pt x="1027770" y="5804063"/>
                </a:cubicBezTo>
                <a:cubicBezTo>
                  <a:pt x="1099105" y="5719915"/>
                  <a:pt x="1051664" y="5551968"/>
                  <a:pt x="1200566" y="5527036"/>
                </a:cubicBezTo>
                <a:cubicBezTo>
                  <a:pt x="1352931" y="5564088"/>
                  <a:pt x="1336655" y="5453970"/>
                  <a:pt x="1348083" y="5363590"/>
                </a:cubicBezTo>
                <a:cubicBezTo>
                  <a:pt x="1370938" y="5149586"/>
                  <a:pt x="1389291" y="5009687"/>
                  <a:pt x="1425997" y="4800532"/>
                </a:cubicBezTo>
                <a:cubicBezTo>
                  <a:pt x="1436385" y="4748243"/>
                  <a:pt x="1415608" y="4628775"/>
                  <a:pt x="1517416" y="4640549"/>
                </a:cubicBezTo>
                <a:cubicBezTo>
                  <a:pt x="1596022" y="4651976"/>
                  <a:pt x="1566242" y="4746512"/>
                  <a:pt x="1569705" y="4803995"/>
                </a:cubicBezTo>
                <a:cubicBezTo>
                  <a:pt x="1600177" y="5128809"/>
                  <a:pt x="1532998" y="5109763"/>
                  <a:pt x="1530921" y="5433885"/>
                </a:cubicBezTo>
                <a:cubicBezTo>
                  <a:pt x="1530574" y="5446697"/>
                  <a:pt x="1580786" y="5458125"/>
                  <a:pt x="1614721" y="5319957"/>
                </a:cubicBezTo>
                <a:cubicBezTo>
                  <a:pt x="1681208" y="5047432"/>
                  <a:pt x="1760507" y="4832736"/>
                  <a:pt x="1800676" y="4608691"/>
                </a:cubicBezTo>
                <a:cubicBezTo>
                  <a:pt x="1848463" y="4656824"/>
                  <a:pt x="1889671" y="4439704"/>
                  <a:pt x="1918759" y="4486799"/>
                </a:cubicBezTo>
                <a:cubicBezTo>
                  <a:pt x="1932264" y="4566098"/>
                  <a:pt x="1956503" y="4642626"/>
                  <a:pt x="2009139" y="4715000"/>
                </a:cubicBezTo>
                <a:cubicBezTo>
                  <a:pt x="2054502" y="4933851"/>
                  <a:pt x="2004983" y="5137812"/>
                  <a:pt x="2135532" y="5321689"/>
                </a:cubicBezTo>
                <a:cubicBezTo>
                  <a:pt x="2135532" y="5321689"/>
                  <a:pt x="2137610" y="5265245"/>
                  <a:pt x="2209291" y="5028733"/>
                </a:cubicBezTo>
                <a:cubicBezTo>
                  <a:pt x="2267120" y="4838277"/>
                  <a:pt x="2341225" y="4936622"/>
                  <a:pt x="2501208" y="4457711"/>
                </a:cubicBezTo>
                <a:cubicBezTo>
                  <a:pt x="2545186" y="4641934"/>
                  <a:pt x="2446495" y="4877753"/>
                  <a:pt x="2695127" y="4973674"/>
                </a:cubicBezTo>
                <a:cubicBezTo>
                  <a:pt x="2743260" y="4833775"/>
                  <a:pt x="2706208" y="4662365"/>
                  <a:pt x="2825329" y="4563328"/>
                </a:cubicBezTo>
                <a:cubicBezTo>
                  <a:pt x="2859958" y="4534586"/>
                  <a:pt x="2884890" y="4501689"/>
                  <a:pt x="2904628" y="4466368"/>
                </a:cubicBezTo>
                <a:cubicBezTo>
                  <a:pt x="2910515" y="4484375"/>
                  <a:pt x="2916749" y="4503074"/>
                  <a:pt x="2922635" y="4519696"/>
                </a:cubicBezTo>
                <a:cubicBezTo>
                  <a:pt x="2946529" y="4491647"/>
                  <a:pt x="3082618" y="3784882"/>
                  <a:pt x="3089544" y="3606545"/>
                </a:cubicBezTo>
                <a:cubicBezTo>
                  <a:pt x="3124172" y="3733285"/>
                  <a:pt x="3150490" y="3989882"/>
                  <a:pt x="3150490" y="3989882"/>
                </a:cubicBezTo>
                <a:cubicBezTo>
                  <a:pt x="3150490" y="3989882"/>
                  <a:pt x="3300085" y="3936900"/>
                  <a:pt x="3755448" y="1538193"/>
                </a:cubicBezTo>
                <a:cubicBezTo>
                  <a:pt x="3791461" y="1348775"/>
                  <a:pt x="3824704" y="697762"/>
                  <a:pt x="385033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AD5705-B027-4C44-B38A-60296E29E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078991"/>
            <a:ext cx="5266944" cy="3136392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8BBAC4-9088-44CF-BA2D-B8DD24FB52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279392"/>
            <a:ext cx="5266944" cy="1500187"/>
          </a:xfrm>
        </p:spPr>
        <p:txBody>
          <a:bodyPr/>
          <a:lstStyle>
            <a:lvl1pPr marL="0" indent="0">
              <a:buNone/>
              <a:defRPr sz="24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3FB3F-D2A6-4919-B57B-C08861D46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5/16/20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049E0-6BE5-43FA-A4D4-ACAFC871A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8C28D-1479-4F15-B906-0AEBBCCA8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5180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 descr="Tag=AccentColor&#10;Flavor=Light&#10;Target=Fill">
            <a:extLst>
              <a:ext uri="{FF2B5EF4-FFF2-40B4-BE49-F238E27FC236}">
                <a16:creationId xmlns:a16="http://schemas.microsoft.com/office/drawing/2014/main" id="{FD51F360-8860-4FB5-A0A5-773473DD8B39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A77EC9-372A-4ECA-9088-780532AF0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882CE-1B27-414A-9B06-AA5D2DB683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11680"/>
            <a:ext cx="493776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397E60-5D92-4530-96D1-FC09AF3C27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9088" y="2011680"/>
            <a:ext cx="493776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4240FE-0C6A-47E9-9B0A-7B3C60877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5/16/20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71AE1B-BB18-4C7E-AA77-3A4D401A5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FA7B1D-FEDD-4E29-A352-29E5F498B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873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 descr="Tag=AccentColor&#10;Flavor=Light&#10;Target=Fill">
            <a:extLst>
              <a:ext uri="{FF2B5EF4-FFF2-40B4-BE49-F238E27FC236}">
                <a16:creationId xmlns:a16="http://schemas.microsoft.com/office/drawing/2014/main" id="{527D753D-3426-457C-9082-B92894509EC0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4D2B94-0682-4185-BCE3-89AF214A4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65C47E-B85E-4B3E-A669-DEEC7F5DF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011680"/>
            <a:ext cx="49377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24517F-FE8C-49AD-9A52-0F43010526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127248"/>
            <a:ext cx="4937760" cy="306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0C73EC-7117-4DC2-9075-14102F2E28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19088" y="2011680"/>
            <a:ext cx="49377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D9A323-865B-4177-8F98-9BA304E022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19088" y="3127248"/>
            <a:ext cx="4937760" cy="306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A4E5D6-7075-4584-BD43-D966F0B58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5/16/20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38B83D-8A05-4F3C-A409-1602C9630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D250E7-8A73-449C-A140-A2A2582D7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90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1" descr="Tag=AccentColor&#10;Flavor=Light&#10;Target=Fill">
            <a:extLst>
              <a:ext uri="{FF2B5EF4-FFF2-40B4-BE49-F238E27FC236}">
                <a16:creationId xmlns:a16="http://schemas.microsoft.com/office/drawing/2014/main" id="{AAFBE1F6-FC6D-4C3D-9AC3-97028E6F18C7}"/>
              </a:ext>
            </a:extLst>
          </p:cNvPr>
          <p:cNvSpPr/>
          <p:nvPr/>
        </p:nvSpPr>
        <p:spPr>
          <a:xfrm rot="10800000" flipV="1">
            <a:off x="1969639" y="181596"/>
            <a:ext cx="8252722" cy="6022258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2825A4-268B-4301-8432-F9E9B2661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3784" y="1572768"/>
            <a:ext cx="6501384" cy="4096512"/>
          </a:xfrm>
        </p:spPr>
        <p:txBody>
          <a:bodyPr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33410F-8A90-47F6-BD39-4AC0E4358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5/16/20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D819A9-F8DE-4E5C-AFC3-E0105ACD8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E25320-A12F-4F3E-8EC9-11292FF36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774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9756B-145D-4BA8-AA43-904C1E7C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5/16/20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DB60F-139E-4C44-89AF-3F8F5EC2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226C9-C193-4B47-9717-4BC86C90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075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 descr="Mask ID=&#10;Mask position=bottom, center&#10;Mask family= brushstroke, landscape, wide">
            <a:extLst>
              <a:ext uri="{FF2B5EF4-FFF2-40B4-BE49-F238E27FC236}">
                <a16:creationId xmlns:a16="http://schemas.microsoft.com/office/drawing/2014/main" id="{736BF44D-E8DD-45FA-931D-CBCC67D57944}"/>
              </a:ext>
            </a:extLst>
          </p:cNvPr>
          <p:cNvSpPr/>
          <p:nvPr/>
        </p:nvSpPr>
        <p:spPr>
          <a:xfrm>
            <a:off x="1768100" y="-1"/>
            <a:ext cx="10423900" cy="5920155"/>
          </a:xfrm>
          <a:custGeom>
            <a:avLst/>
            <a:gdLst>
              <a:gd name="connsiteX0" fmla="*/ 10423900 w 10423900"/>
              <a:gd name="connsiteY0" fmla="*/ 0 h 5491534"/>
              <a:gd name="connsiteX1" fmla="*/ 3493157 w 10423900"/>
              <a:gd name="connsiteY1" fmla="*/ 0 h 5491534"/>
              <a:gd name="connsiteX2" fmla="*/ 3493018 w 10423900"/>
              <a:gd name="connsiteY2" fmla="*/ 31 h 5491534"/>
              <a:gd name="connsiteX3" fmla="*/ 3245493 w 10423900"/>
              <a:gd name="connsiteY3" fmla="*/ 104839 h 5491534"/>
              <a:gd name="connsiteX4" fmla="*/ 4434802 w 10423900"/>
              <a:gd name="connsiteY4" fmla="*/ 284558 h 5491534"/>
              <a:gd name="connsiteX5" fmla="*/ 4011937 w 10423900"/>
              <a:gd name="connsiteY5" fmla="*/ 395559 h 5491534"/>
              <a:gd name="connsiteX6" fmla="*/ 3573213 w 10423900"/>
              <a:gd name="connsiteY6" fmla="*/ 474847 h 5491534"/>
              <a:gd name="connsiteX7" fmla="*/ 3097489 w 10423900"/>
              <a:gd name="connsiteY7" fmla="*/ 532990 h 5491534"/>
              <a:gd name="connsiteX8" fmla="*/ 2664052 w 10423900"/>
              <a:gd name="connsiteY8" fmla="*/ 649279 h 5491534"/>
              <a:gd name="connsiteX9" fmla="*/ 3795218 w 10423900"/>
              <a:gd name="connsiteY9" fmla="*/ 696852 h 5491534"/>
              <a:gd name="connsiteX10" fmla="*/ 3208492 w 10423900"/>
              <a:gd name="connsiteY10" fmla="*/ 802568 h 5491534"/>
              <a:gd name="connsiteX11" fmla="*/ 2727483 w 10423900"/>
              <a:gd name="connsiteY11" fmla="*/ 939999 h 5491534"/>
              <a:gd name="connsiteX12" fmla="*/ 2389190 w 10423900"/>
              <a:gd name="connsiteY12" fmla="*/ 1003429 h 5491534"/>
              <a:gd name="connsiteX13" fmla="*/ 2029754 w 10423900"/>
              <a:gd name="connsiteY13" fmla="*/ 1019287 h 5491534"/>
              <a:gd name="connsiteX14" fmla="*/ 1945181 w 10423900"/>
              <a:gd name="connsiteY14" fmla="*/ 1119716 h 5491534"/>
              <a:gd name="connsiteX15" fmla="*/ 2056184 w 10423900"/>
              <a:gd name="connsiteY15" fmla="*/ 1225434 h 5491534"/>
              <a:gd name="connsiteX16" fmla="*/ 2225329 w 10423900"/>
              <a:gd name="connsiteY16" fmla="*/ 1236004 h 5491534"/>
              <a:gd name="connsiteX17" fmla="*/ 3234920 w 10423900"/>
              <a:gd name="connsiteY17" fmla="*/ 1262435 h 5491534"/>
              <a:gd name="connsiteX18" fmla="*/ 0 w 10423900"/>
              <a:gd name="connsiteY18" fmla="*/ 1495009 h 5491534"/>
              <a:gd name="connsiteX19" fmla="*/ 438724 w 10423900"/>
              <a:gd name="connsiteY19" fmla="*/ 1637728 h 5491534"/>
              <a:gd name="connsiteX20" fmla="*/ 586726 w 10423900"/>
              <a:gd name="connsiteY20" fmla="*/ 2028877 h 5491534"/>
              <a:gd name="connsiteX21" fmla="*/ 1125878 w 10423900"/>
              <a:gd name="connsiteY21" fmla="*/ 2250882 h 5491534"/>
              <a:gd name="connsiteX22" fmla="*/ 1474744 w 10423900"/>
              <a:gd name="connsiteY22" fmla="*/ 2330169 h 5491534"/>
              <a:gd name="connsiteX23" fmla="*/ 2272901 w 10423900"/>
              <a:gd name="connsiteY23" fmla="*/ 2446458 h 5491534"/>
              <a:gd name="connsiteX24" fmla="*/ 2389190 w 10423900"/>
              <a:gd name="connsiteY24" fmla="*/ 2636747 h 5491534"/>
              <a:gd name="connsiteX25" fmla="*/ 2489621 w 10423900"/>
              <a:gd name="connsiteY25" fmla="*/ 2848179 h 5491534"/>
              <a:gd name="connsiteX26" fmla="*/ 2701053 w 10423900"/>
              <a:gd name="connsiteY26" fmla="*/ 2985611 h 5491534"/>
              <a:gd name="connsiteX27" fmla="*/ 1057165 w 10423900"/>
              <a:gd name="connsiteY27" fmla="*/ 2964468 h 5491534"/>
              <a:gd name="connsiteX28" fmla="*/ 2912485 w 10423900"/>
              <a:gd name="connsiteY28" fmla="*/ 3408477 h 5491534"/>
              <a:gd name="connsiteX29" fmla="*/ 2748626 w 10423900"/>
              <a:gd name="connsiteY29" fmla="*/ 3582909 h 5491534"/>
              <a:gd name="connsiteX30" fmla="*/ 3763503 w 10423900"/>
              <a:gd name="connsiteY30" fmla="*/ 3820771 h 5491534"/>
              <a:gd name="connsiteX31" fmla="*/ 3219063 w 10423900"/>
              <a:gd name="connsiteY31" fmla="*/ 3847199 h 5491534"/>
              <a:gd name="connsiteX32" fmla="*/ 6385269 w 10423900"/>
              <a:gd name="connsiteY32" fmla="*/ 4840933 h 5491534"/>
              <a:gd name="connsiteX33" fmla="*/ 10285854 w 10423900"/>
              <a:gd name="connsiteY33" fmla="*/ 5471118 h 5491534"/>
              <a:gd name="connsiteX34" fmla="*/ 10423900 w 10423900"/>
              <a:gd name="connsiteY34" fmla="*/ 5491534 h 549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3900" h="5491534">
                <a:moveTo>
                  <a:pt x="10423900" y="0"/>
                </a:moveTo>
                <a:lnTo>
                  <a:pt x="3493157" y="0"/>
                </a:lnTo>
                <a:lnTo>
                  <a:pt x="3493018" y="31"/>
                </a:lnTo>
                <a:cubicBezTo>
                  <a:pt x="3414969" y="12668"/>
                  <a:pt x="3328744" y="21588"/>
                  <a:pt x="3245493" y="104839"/>
                </a:cubicBezTo>
                <a:cubicBezTo>
                  <a:pt x="3668357" y="162984"/>
                  <a:pt x="4075366" y="51981"/>
                  <a:pt x="4434802" y="284558"/>
                </a:cubicBezTo>
                <a:cubicBezTo>
                  <a:pt x="4302656" y="400846"/>
                  <a:pt x="4154654" y="374416"/>
                  <a:pt x="4011937" y="395559"/>
                </a:cubicBezTo>
                <a:cubicBezTo>
                  <a:pt x="3863934" y="416704"/>
                  <a:pt x="3721217" y="453704"/>
                  <a:pt x="3573213" y="474847"/>
                </a:cubicBezTo>
                <a:cubicBezTo>
                  <a:pt x="3414639" y="501275"/>
                  <a:pt x="3256063" y="506562"/>
                  <a:pt x="3097489" y="532990"/>
                </a:cubicBezTo>
                <a:cubicBezTo>
                  <a:pt x="2965345" y="554135"/>
                  <a:pt x="2822627" y="517133"/>
                  <a:pt x="2664052" y="649279"/>
                </a:cubicBezTo>
                <a:cubicBezTo>
                  <a:pt x="3055203" y="744424"/>
                  <a:pt x="3409352" y="601706"/>
                  <a:pt x="3795218" y="696852"/>
                </a:cubicBezTo>
                <a:cubicBezTo>
                  <a:pt x="3567928" y="781425"/>
                  <a:pt x="3382924" y="754995"/>
                  <a:pt x="3208492" y="802568"/>
                </a:cubicBezTo>
                <a:cubicBezTo>
                  <a:pt x="3049916" y="850140"/>
                  <a:pt x="2859627" y="797282"/>
                  <a:pt x="2727483" y="939999"/>
                </a:cubicBezTo>
                <a:cubicBezTo>
                  <a:pt x="2627052" y="1051000"/>
                  <a:pt x="2521336" y="1066858"/>
                  <a:pt x="2389190" y="1003429"/>
                </a:cubicBezTo>
                <a:cubicBezTo>
                  <a:pt x="2272901" y="945284"/>
                  <a:pt x="2146043" y="961142"/>
                  <a:pt x="2029754" y="1019287"/>
                </a:cubicBezTo>
                <a:cubicBezTo>
                  <a:pt x="1987468" y="1040430"/>
                  <a:pt x="1945181" y="1066858"/>
                  <a:pt x="1945181" y="1119716"/>
                </a:cubicBezTo>
                <a:cubicBezTo>
                  <a:pt x="1945181" y="1193719"/>
                  <a:pt x="1998039" y="1214862"/>
                  <a:pt x="2056184" y="1225434"/>
                </a:cubicBezTo>
                <a:cubicBezTo>
                  <a:pt x="2109042" y="1236004"/>
                  <a:pt x="2172471" y="1246577"/>
                  <a:pt x="2225329" y="1236004"/>
                </a:cubicBezTo>
                <a:cubicBezTo>
                  <a:pt x="2563622" y="1177861"/>
                  <a:pt x="2896629" y="1273005"/>
                  <a:pt x="3234920" y="1262435"/>
                </a:cubicBezTo>
                <a:cubicBezTo>
                  <a:pt x="2172471" y="1489724"/>
                  <a:pt x="1099450" y="1415723"/>
                  <a:pt x="0" y="1495009"/>
                </a:cubicBezTo>
                <a:cubicBezTo>
                  <a:pt x="142717" y="1653583"/>
                  <a:pt x="327721" y="1521439"/>
                  <a:pt x="438724" y="1637728"/>
                </a:cubicBezTo>
                <a:cubicBezTo>
                  <a:pt x="333006" y="1880875"/>
                  <a:pt x="375293" y="2013020"/>
                  <a:pt x="586726" y="2028877"/>
                </a:cubicBezTo>
                <a:cubicBezTo>
                  <a:pt x="792873" y="2044734"/>
                  <a:pt x="1014877" y="1960161"/>
                  <a:pt x="1125878" y="2250882"/>
                </a:cubicBezTo>
                <a:cubicBezTo>
                  <a:pt x="1157593" y="2340740"/>
                  <a:pt x="1353170" y="2314312"/>
                  <a:pt x="1474744" y="2330169"/>
                </a:cubicBezTo>
                <a:cubicBezTo>
                  <a:pt x="1739034" y="2367170"/>
                  <a:pt x="2019183" y="2330169"/>
                  <a:pt x="2272901" y="2446458"/>
                </a:cubicBezTo>
                <a:cubicBezTo>
                  <a:pt x="2373332" y="2488744"/>
                  <a:pt x="2442048" y="2520459"/>
                  <a:pt x="2389190" y="2636747"/>
                </a:cubicBezTo>
                <a:cubicBezTo>
                  <a:pt x="2336332" y="2758321"/>
                  <a:pt x="2405048" y="2800607"/>
                  <a:pt x="2489621" y="2848179"/>
                </a:cubicBezTo>
                <a:cubicBezTo>
                  <a:pt x="2553051" y="2885180"/>
                  <a:pt x="2648195" y="2874609"/>
                  <a:pt x="2701053" y="2985611"/>
                </a:cubicBezTo>
                <a:cubicBezTo>
                  <a:pt x="2146043" y="2969753"/>
                  <a:pt x="1606888" y="2879895"/>
                  <a:pt x="1057165" y="2964468"/>
                </a:cubicBezTo>
                <a:cubicBezTo>
                  <a:pt x="1659748" y="3175900"/>
                  <a:pt x="2320474" y="3165328"/>
                  <a:pt x="2912485" y="3408477"/>
                </a:cubicBezTo>
                <a:cubicBezTo>
                  <a:pt x="2891342" y="3493050"/>
                  <a:pt x="2753911" y="3456048"/>
                  <a:pt x="2748626" y="3582909"/>
                </a:cubicBezTo>
                <a:cubicBezTo>
                  <a:pt x="3060489" y="3715055"/>
                  <a:pt x="3435782" y="3625195"/>
                  <a:pt x="3763503" y="3820771"/>
                </a:cubicBezTo>
                <a:cubicBezTo>
                  <a:pt x="3573213" y="3910629"/>
                  <a:pt x="3398782" y="3762626"/>
                  <a:pt x="3219063" y="3847199"/>
                </a:cubicBezTo>
                <a:cubicBezTo>
                  <a:pt x="3277208" y="3974060"/>
                  <a:pt x="5909545" y="4756360"/>
                  <a:pt x="6385269" y="4840933"/>
                </a:cubicBezTo>
                <a:cubicBezTo>
                  <a:pt x="7171204" y="4982659"/>
                  <a:pt x="9157515" y="5302348"/>
                  <a:pt x="10285854" y="5471118"/>
                </a:cubicBezTo>
                <a:lnTo>
                  <a:pt x="10423900" y="5491534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9756B-145D-4BA8-AA43-904C1E7C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5/16/20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DB60F-139E-4C44-89AF-3F8F5EC2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226C9-C193-4B47-9717-4BC86C90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5186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 descr="Tag=AccentColor&#10;Flavor=Light&#10;Target=Fill">
            <a:extLst>
              <a:ext uri="{FF2B5EF4-FFF2-40B4-BE49-F238E27FC236}">
                <a16:creationId xmlns:a16="http://schemas.microsoft.com/office/drawing/2014/main" id="{76C5A8FA-6B61-4934-AF55-C595090CA5DC}"/>
              </a:ext>
            </a:extLst>
          </p:cNvPr>
          <p:cNvSpPr/>
          <p:nvPr/>
        </p:nvSpPr>
        <p:spPr>
          <a:xfrm>
            <a:off x="4726728" y="0"/>
            <a:ext cx="7472381" cy="6858000"/>
          </a:xfrm>
          <a:custGeom>
            <a:avLst/>
            <a:gdLst>
              <a:gd name="connsiteX0" fmla="*/ 1232666 w 7472381"/>
              <a:gd name="connsiteY0" fmla="*/ 0 h 6886575"/>
              <a:gd name="connsiteX1" fmla="*/ 7472381 w 7472381"/>
              <a:gd name="connsiteY1" fmla="*/ 0 h 6886575"/>
              <a:gd name="connsiteX2" fmla="*/ 7472381 w 7472381"/>
              <a:gd name="connsiteY2" fmla="*/ 814388 h 6886575"/>
              <a:gd name="connsiteX3" fmla="*/ 7472381 w 7472381"/>
              <a:gd name="connsiteY3" fmla="*/ 6411516 h 6886575"/>
              <a:gd name="connsiteX4" fmla="*/ 7472381 w 7472381"/>
              <a:gd name="connsiteY4" fmla="*/ 6886575 h 6886575"/>
              <a:gd name="connsiteX5" fmla="*/ 6992676 w 7472381"/>
              <a:gd name="connsiteY5" fmla="*/ 6886575 h 6886575"/>
              <a:gd name="connsiteX6" fmla="*/ 1946893 w 7472381"/>
              <a:gd name="connsiteY6" fmla="*/ 6886575 h 6886575"/>
              <a:gd name="connsiteX7" fmla="*/ 1506276 w 7472381"/>
              <a:gd name="connsiteY7" fmla="*/ 6686550 h 6886575"/>
              <a:gd name="connsiteX8" fmla="*/ 1314394 w 7472381"/>
              <a:gd name="connsiteY8" fmla="*/ 6457949 h 6886575"/>
              <a:gd name="connsiteX9" fmla="*/ 1246880 w 7472381"/>
              <a:gd name="connsiteY9" fmla="*/ 6393656 h 6886575"/>
              <a:gd name="connsiteX10" fmla="*/ 1079872 w 7472381"/>
              <a:gd name="connsiteY10" fmla="*/ 6307931 h 6886575"/>
              <a:gd name="connsiteX11" fmla="*/ 788495 w 7472381"/>
              <a:gd name="connsiteY11" fmla="*/ 6125765 h 6886575"/>
              <a:gd name="connsiteX12" fmla="*/ 895097 w 7472381"/>
              <a:gd name="connsiteY12" fmla="*/ 6082903 h 6886575"/>
              <a:gd name="connsiteX13" fmla="*/ 1204239 w 7472381"/>
              <a:gd name="connsiteY13" fmla="*/ 6193631 h 6886575"/>
              <a:gd name="connsiteX14" fmla="*/ 1428102 w 7472381"/>
              <a:gd name="connsiteY14" fmla="*/ 6222206 h 6886575"/>
              <a:gd name="connsiteX15" fmla="*/ 1111852 w 7472381"/>
              <a:gd name="connsiteY15" fmla="*/ 6029325 h 6886575"/>
              <a:gd name="connsiteX16" fmla="*/ 806262 w 7472381"/>
              <a:gd name="connsiteY16" fmla="*/ 5779294 h 6886575"/>
              <a:gd name="connsiteX17" fmla="*/ 1040785 w 7472381"/>
              <a:gd name="connsiteY17" fmla="*/ 5825728 h 6886575"/>
              <a:gd name="connsiteX18" fmla="*/ 1051445 w 7472381"/>
              <a:gd name="connsiteY18" fmla="*/ 5793581 h 6886575"/>
              <a:gd name="connsiteX19" fmla="*/ 845349 w 7472381"/>
              <a:gd name="connsiteY19" fmla="*/ 5497115 h 6886575"/>
              <a:gd name="connsiteX20" fmla="*/ 745855 w 7472381"/>
              <a:gd name="connsiteY20" fmla="*/ 5375672 h 6886575"/>
              <a:gd name="connsiteX21" fmla="*/ 291024 w 7472381"/>
              <a:gd name="connsiteY21" fmla="*/ 5014913 h 6886575"/>
              <a:gd name="connsiteX22" fmla="*/ 724535 w 7472381"/>
              <a:gd name="connsiteY22" fmla="*/ 5175647 h 6886575"/>
              <a:gd name="connsiteX23" fmla="*/ 276811 w 7472381"/>
              <a:gd name="connsiteY23" fmla="*/ 4825603 h 6886575"/>
              <a:gd name="connsiteX24" fmla="*/ 60055 w 7472381"/>
              <a:gd name="connsiteY24" fmla="*/ 4697016 h 6886575"/>
              <a:gd name="connsiteX25" fmla="*/ 6755 w 7472381"/>
              <a:gd name="connsiteY25" fmla="*/ 4622006 h 6886575"/>
              <a:gd name="connsiteX26" fmla="*/ 102696 w 7472381"/>
              <a:gd name="connsiteY26" fmla="*/ 4604146 h 6886575"/>
              <a:gd name="connsiteX27" fmla="*/ 397625 w 7472381"/>
              <a:gd name="connsiteY27" fmla="*/ 4632722 h 6886575"/>
              <a:gd name="connsiteX28" fmla="*/ 31628 w 7472381"/>
              <a:gd name="connsiteY28" fmla="*/ 4396978 h 6886575"/>
              <a:gd name="connsiteX29" fmla="*/ 305237 w 7472381"/>
              <a:gd name="connsiteY29" fmla="*/ 4432697 h 6886575"/>
              <a:gd name="connsiteX30" fmla="*/ 383412 w 7472381"/>
              <a:gd name="connsiteY30" fmla="*/ 4339828 h 6886575"/>
              <a:gd name="connsiteX31" fmla="*/ 511333 w 7472381"/>
              <a:gd name="connsiteY31" fmla="*/ 4189810 h 6886575"/>
              <a:gd name="connsiteX32" fmla="*/ 600167 w 7472381"/>
              <a:gd name="connsiteY32" fmla="*/ 4107656 h 6886575"/>
              <a:gd name="connsiteX33" fmla="*/ 635701 w 7472381"/>
              <a:gd name="connsiteY33" fmla="*/ 3843337 h 6886575"/>
              <a:gd name="connsiteX34" fmla="*/ 561080 w 7472381"/>
              <a:gd name="connsiteY34" fmla="*/ 3554015 h 6886575"/>
              <a:gd name="connsiteX35" fmla="*/ 354985 w 7472381"/>
              <a:gd name="connsiteY35" fmla="*/ 3407569 h 6886575"/>
              <a:gd name="connsiteX36" fmla="*/ 415392 w 7472381"/>
              <a:gd name="connsiteY36" fmla="*/ 3243263 h 6886575"/>
              <a:gd name="connsiteX37" fmla="*/ 852456 w 7472381"/>
              <a:gd name="connsiteY37" fmla="*/ 3343275 h 6886575"/>
              <a:gd name="connsiteX38" fmla="*/ 202190 w 7472381"/>
              <a:gd name="connsiteY38" fmla="*/ 2953940 h 6886575"/>
              <a:gd name="connsiteX39" fmla="*/ 312344 w 7472381"/>
              <a:gd name="connsiteY39" fmla="*/ 2936081 h 6886575"/>
              <a:gd name="connsiteX40" fmla="*/ 706768 w 7472381"/>
              <a:gd name="connsiteY40" fmla="*/ 2714625 h 6886575"/>
              <a:gd name="connsiteX41" fmla="*/ 728088 w 7472381"/>
              <a:gd name="connsiteY41" fmla="*/ 2703909 h 6886575"/>
              <a:gd name="connsiteX42" fmla="*/ 795602 w 7472381"/>
              <a:gd name="connsiteY42" fmla="*/ 2564606 h 6886575"/>
              <a:gd name="connsiteX43" fmla="*/ 1008804 w 7472381"/>
              <a:gd name="connsiteY43" fmla="*/ 2543175 h 6886575"/>
              <a:gd name="connsiteX44" fmla="*/ 1186473 w 7472381"/>
              <a:gd name="connsiteY44" fmla="*/ 2575322 h 6886575"/>
              <a:gd name="connsiteX45" fmla="*/ 1378355 w 7472381"/>
              <a:gd name="connsiteY45" fmla="*/ 2536031 h 6886575"/>
              <a:gd name="connsiteX46" fmla="*/ 1548916 w 7472381"/>
              <a:gd name="connsiteY46" fmla="*/ 2553891 h 6886575"/>
              <a:gd name="connsiteX47" fmla="*/ 1694604 w 7472381"/>
              <a:gd name="connsiteY47" fmla="*/ 2528888 h 6886575"/>
              <a:gd name="connsiteX48" fmla="*/ 1552469 w 7472381"/>
              <a:gd name="connsiteY48" fmla="*/ 2411015 h 6886575"/>
              <a:gd name="connsiteX49" fmla="*/ 1353481 w 7472381"/>
              <a:gd name="connsiteY49" fmla="*/ 2411015 h 6886575"/>
              <a:gd name="connsiteX50" fmla="*/ 1211346 w 7472381"/>
              <a:gd name="connsiteY50" fmla="*/ 2336007 h 6886575"/>
              <a:gd name="connsiteX51" fmla="*/ 1076318 w 7472381"/>
              <a:gd name="connsiteY51" fmla="*/ 2200275 h 6886575"/>
              <a:gd name="connsiteX52" fmla="*/ 600167 w 7472381"/>
              <a:gd name="connsiteY52" fmla="*/ 1982390 h 6886575"/>
              <a:gd name="connsiteX53" fmla="*/ 514886 w 7472381"/>
              <a:gd name="connsiteY53" fmla="*/ 1900238 h 6886575"/>
              <a:gd name="connsiteX54" fmla="*/ 1872273 w 7472381"/>
              <a:gd name="connsiteY54" fmla="*/ 2218135 h 6886575"/>
              <a:gd name="connsiteX55" fmla="*/ 1452975 w 7472381"/>
              <a:gd name="connsiteY55" fmla="*/ 2085975 h 6886575"/>
              <a:gd name="connsiteX56" fmla="*/ 1737245 w 7472381"/>
              <a:gd name="connsiteY56" fmla="*/ 2110978 h 6886575"/>
              <a:gd name="connsiteX57" fmla="*/ 1893593 w 7472381"/>
              <a:gd name="connsiteY57" fmla="*/ 2021681 h 6886575"/>
              <a:gd name="connsiteX58" fmla="*/ 1893593 w 7472381"/>
              <a:gd name="connsiteY58" fmla="*/ 1993106 h 6886575"/>
              <a:gd name="connsiteX59" fmla="*/ 1776332 w 7472381"/>
              <a:gd name="connsiteY59" fmla="*/ 1910953 h 6886575"/>
              <a:gd name="connsiteX60" fmla="*/ 1708818 w 7472381"/>
              <a:gd name="connsiteY60" fmla="*/ 1857375 h 6886575"/>
              <a:gd name="connsiteX61" fmla="*/ 1524043 w 7472381"/>
              <a:gd name="connsiteY61" fmla="*/ 1664493 h 6886575"/>
              <a:gd name="connsiteX62" fmla="*/ 1655517 w 7472381"/>
              <a:gd name="connsiteY62" fmla="*/ 1643062 h 6886575"/>
              <a:gd name="connsiteX63" fmla="*/ 1705264 w 7472381"/>
              <a:gd name="connsiteY63" fmla="*/ 1603772 h 6886575"/>
              <a:gd name="connsiteX64" fmla="*/ 1669731 w 7472381"/>
              <a:gd name="connsiteY64" fmla="*/ 1546622 h 6886575"/>
              <a:gd name="connsiteX65" fmla="*/ 1261093 w 7472381"/>
              <a:gd name="connsiteY65" fmla="*/ 1371600 h 6886575"/>
              <a:gd name="connsiteX66" fmla="*/ 1229113 w 7472381"/>
              <a:gd name="connsiteY66" fmla="*/ 1235869 h 6886575"/>
              <a:gd name="connsiteX67" fmla="*/ 1307287 w 7472381"/>
              <a:gd name="connsiteY67" fmla="*/ 1214437 h 6886575"/>
              <a:gd name="connsiteX68" fmla="*/ 1396121 w 7472381"/>
              <a:gd name="connsiteY68" fmla="*/ 1225153 h 6886575"/>
              <a:gd name="connsiteX69" fmla="*/ 1325054 w 7472381"/>
              <a:gd name="connsiteY69" fmla="*/ 1117997 h 6886575"/>
              <a:gd name="connsiteX70" fmla="*/ 1037231 w 7472381"/>
              <a:gd name="connsiteY70" fmla="*/ 1010841 h 6886575"/>
              <a:gd name="connsiteX71" fmla="*/ 983931 w 7472381"/>
              <a:gd name="connsiteY71" fmla="*/ 953690 h 6886575"/>
              <a:gd name="connsiteX72" fmla="*/ 1054998 w 7472381"/>
              <a:gd name="connsiteY72" fmla="*/ 925115 h 6886575"/>
              <a:gd name="connsiteX73" fmla="*/ 1108299 w 7472381"/>
              <a:gd name="connsiteY73" fmla="*/ 914400 h 6886575"/>
              <a:gd name="connsiteX74" fmla="*/ 6755 w 7472381"/>
              <a:gd name="connsiteY74" fmla="*/ 467915 h 6886575"/>
              <a:gd name="connsiteX75" fmla="*/ 255490 w 7472381"/>
              <a:gd name="connsiteY75" fmla="*/ 464344 h 6886575"/>
              <a:gd name="connsiteX76" fmla="*/ 500673 w 7472381"/>
              <a:gd name="connsiteY76" fmla="*/ 535781 h 6886575"/>
              <a:gd name="connsiteX77" fmla="*/ 760069 w 7472381"/>
              <a:gd name="connsiteY77" fmla="*/ 525066 h 6886575"/>
              <a:gd name="connsiteX78" fmla="*/ 1005251 w 7472381"/>
              <a:gd name="connsiteY78" fmla="*/ 560785 h 6886575"/>
              <a:gd name="connsiteX79" fmla="*/ 1218453 w 7472381"/>
              <a:gd name="connsiteY79" fmla="*/ 560785 h 6886575"/>
              <a:gd name="connsiteX80" fmla="*/ 1019464 w 7472381"/>
              <a:gd name="connsiteY80" fmla="*/ 507206 h 6886575"/>
              <a:gd name="connsiteX81" fmla="*/ 944844 w 7472381"/>
              <a:gd name="connsiteY81" fmla="*/ 417909 h 6886575"/>
              <a:gd name="connsiteX82" fmla="*/ 969717 w 7472381"/>
              <a:gd name="connsiteY82" fmla="*/ 335757 h 6886575"/>
              <a:gd name="connsiteX83" fmla="*/ 1051445 w 7472381"/>
              <a:gd name="connsiteY83" fmla="*/ 360759 h 6886575"/>
              <a:gd name="connsiteX84" fmla="*/ 1147386 w 7472381"/>
              <a:gd name="connsiteY84" fmla="*/ 453629 h 6886575"/>
              <a:gd name="connsiteX85" fmla="*/ 1168706 w 7472381"/>
              <a:gd name="connsiteY85" fmla="*/ 396478 h 6886575"/>
              <a:gd name="connsiteX86" fmla="*/ 1225560 w 7472381"/>
              <a:gd name="connsiteY86" fmla="*/ 353615 h 6886575"/>
              <a:gd name="connsiteX87" fmla="*/ 1552469 w 7472381"/>
              <a:gd name="connsiteY87" fmla="*/ 375047 h 6886575"/>
              <a:gd name="connsiteX88" fmla="*/ 1335714 w 7472381"/>
              <a:gd name="connsiteY88" fmla="*/ 192881 h 6886575"/>
              <a:gd name="connsiteX89" fmla="*/ 1197133 w 7472381"/>
              <a:gd name="connsiteY89" fmla="*/ 164306 h 6886575"/>
              <a:gd name="connsiteX90" fmla="*/ 1165153 w 7472381"/>
              <a:gd name="connsiteY90" fmla="*/ 89297 h 6886575"/>
              <a:gd name="connsiteX91" fmla="*/ 1229113 w 7472381"/>
              <a:gd name="connsiteY91" fmla="*/ 71437 h 6886575"/>
              <a:gd name="connsiteX92" fmla="*/ 1548916 w 7472381"/>
              <a:gd name="connsiteY92" fmla="*/ 135731 h 6886575"/>
              <a:gd name="connsiteX93" fmla="*/ 1602217 w 7472381"/>
              <a:gd name="connsiteY93" fmla="*/ 110728 h 6886575"/>
              <a:gd name="connsiteX94" fmla="*/ 1232666 w 7472381"/>
              <a:gd name="connsiteY94" fmla="*/ 0 h 688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7472381" h="6886575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6AD042-DE90-4088-8A07-B9A64C2CE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40080"/>
            <a:ext cx="3886200" cy="29535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FFC98-62A0-445A-BEDA-785BE925A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9168" y="640080"/>
            <a:ext cx="4489704" cy="5596128"/>
          </a:xfrm>
        </p:spPr>
        <p:txBody>
          <a:bodyPr anchor="ctr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4D7827-8489-4EE4-88EE-16685FE6DE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776472"/>
            <a:ext cx="3886200" cy="246888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33534F-EA91-4A50-B0F6-10D689E45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5/16/20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0F3F7-8B4B-4015-AA9C-109D05B2F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0B6EE2-78A1-4D01-87BE-A1487FBD2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260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raphic 1" descr="Tag=AccentColor&#10;Flavor=Light&#10;Target=Fill">
            <a:extLst>
              <a:ext uri="{FF2B5EF4-FFF2-40B4-BE49-F238E27FC236}">
                <a16:creationId xmlns:a16="http://schemas.microsoft.com/office/drawing/2014/main" id="{0EE21C0F-70D8-4F3C-9392-07559C90EE6E}"/>
              </a:ext>
            </a:extLst>
          </p:cNvPr>
          <p:cNvSpPr/>
          <p:nvPr/>
        </p:nvSpPr>
        <p:spPr>
          <a:xfrm rot="10800000" flipH="1" flipV="1">
            <a:off x="684965" y="1332237"/>
            <a:ext cx="5263732" cy="3841102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B1DFE-8154-440D-93CF-FEF7860E8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9032" y="2523744"/>
            <a:ext cx="3831336" cy="1453896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D9D1F5-05CC-48F3-A314-315EF17030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711696" y="640079"/>
            <a:ext cx="4837176" cy="556869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1807DE-1178-4BBB-89D8-9046239C2D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55064" y="4087368"/>
            <a:ext cx="3319272" cy="649224"/>
          </a:xfrm>
        </p:spPr>
        <p:txBody>
          <a:bodyPr>
            <a:noAutofit/>
          </a:bodyPr>
          <a:lstStyle>
            <a:lvl1pPr marL="0" indent="0" algn="ctr">
              <a:buNone/>
              <a:defRPr sz="2000" cap="all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48EA59-A1BC-48B7-9495-6D5C6035B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5/16/20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F85A72-B50F-440E-AAD3-53C099F6D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C2D00B-4207-4720-8C68-605CAFDD5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1535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C888B-58B8-4428-8B1D-4E26FC5DD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14F67B-D516-42FA-A2CA-2DCD37CFE8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2BA5FF-4919-4FF8-9C04-06CE156B7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5/16/20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DA970-128E-4150-8E5A-A1B056E83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C6CD1-EE5E-42EF-B76D-BB803BA6A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019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0C2A1B-34CA-4877-9435-D77DF32575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255E5E-4A81-44CC-8D99-F56E625D46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CEECF-A221-4ECC-AD9C-E197D516D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5/16/20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F41AE-0DDE-49ED-9F0C-E0E16F599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47FB7-77F0-4C43-B81E-D04B31C95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325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615C6B-1C98-4B1C-AB4B-1E1898E59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8DFF97-B7FD-47F9-BC7F-DD4B4C5EA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31D22-079E-43E3-86A4-BA12DB888C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04E684-10F4-4CC3-A0B9-F03AA7BE37CF}" type="datetimeFigureOut">
              <a:rPr lang="en-US" smtClean="0"/>
              <a:t>5/16/20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4C30A2-140B-4A5D-BEEC-C1314AF1F3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71BA8F-7826-496D-91F8-B3ECDF34DA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032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4" r:id="rId4"/>
    <p:sldLayoutId id="2147483733" r:id="rId5"/>
    <p:sldLayoutId id="2147483734" r:id="rId6"/>
    <p:sldLayoutId id="2147483740" r:id="rId7"/>
    <p:sldLayoutId id="2147483735" r:id="rId8"/>
    <p:sldLayoutId id="2147483736" r:id="rId9"/>
    <p:sldLayoutId id="2147483737" r:id="rId10"/>
    <p:sldLayoutId id="2147483738" r:id="rId11"/>
    <p:sldLayoutId id="214748373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i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8">
            <a:extLst>
              <a:ext uri="{FF2B5EF4-FFF2-40B4-BE49-F238E27FC236}">
                <a16:creationId xmlns:a16="http://schemas.microsoft.com/office/drawing/2014/main" id="{764E0904-5ABD-4DC7-8562-C38580C953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3">
            <a:extLst>
              <a:ext uri="{FF2B5EF4-FFF2-40B4-BE49-F238E27FC236}">
                <a16:creationId xmlns:a16="http://schemas.microsoft.com/office/drawing/2014/main" id="{41FEE92F-4E7C-4E52-A481-FA925AFF5E2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1453" b="2297"/>
          <a:stretch/>
        </p:blipFill>
        <p:spPr>
          <a:xfrm>
            <a:off x="20" y="10"/>
            <a:ext cx="12191980" cy="685799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11560655" y="6858000"/>
                </a:lnTo>
                <a:lnTo>
                  <a:pt x="11572884" y="6759738"/>
                </a:lnTo>
                <a:cubicBezTo>
                  <a:pt x="11663744" y="6693104"/>
                  <a:pt x="11749315" y="6619456"/>
                  <a:pt x="11812292" y="6532282"/>
                </a:cubicBezTo>
                <a:cubicBezTo>
                  <a:pt x="11851232" y="6478675"/>
                  <a:pt x="11886807" y="6425068"/>
                  <a:pt x="11956995" y="6386992"/>
                </a:cubicBezTo>
                <a:cubicBezTo>
                  <a:pt x="11918054" y="6334888"/>
                  <a:pt x="11851232" y="6322863"/>
                  <a:pt x="11801234" y="6284788"/>
                </a:cubicBezTo>
                <a:cubicBezTo>
                  <a:pt x="11797390" y="6253224"/>
                  <a:pt x="11876711" y="6262743"/>
                  <a:pt x="11856520" y="6193604"/>
                </a:cubicBezTo>
                <a:cubicBezTo>
                  <a:pt x="11829119" y="6101419"/>
                  <a:pt x="11858923" y="5996209"/>
                  <a:pt x="11722875" y="5956630"/>
                </a:cubicBezTo>
                <a:cubicBezTo>
                  <a:pt x="11686819" y="5866950"/>
                  <a:pt x="11676724" y="5723664"/>
                  <a:pt x="11763258" y="5635988"/>
                </a:cubicBezTo>
                <a:cubicBezTo>
                  <a:pt x="11892094" y="5505226"/>
                  <a:pt x="11871424" y="5422059"/>
                  <a:pt x="11706050" y="5351418"/>
                </a:cubicBezTo>
                <a:cubicBezTo>
                  <a:pt x="11684896" y="5342400"/>
                  <a:pt x="11707491" y="4786287"/>
                  <a:pt x="11697876" y="4763241"/>
                </a:cubicBezTo>
                <a:cubicBezTo>
                  <a:pt x="11713260" y="4731677"/>
                  <a:pt x="11749315" y="4739192"/>
                  <a:pt x="11776236" y="4730675"/>
                </a:cubicBezTo>
                <a:cubicBezTo>
                  <a:pt x="11894018" y="4694603"/>
                  <a:pt x="11897864" y="4694603"/>
                  <a:pt x="11868540" y="4584884"/>
                </a:cubicBezTo>
                <a:cubicBezTo>
                  <a:pt x="11859884" y="4551817"/>
                  <a:pt x="11880076" y="4538289"/>
                  <a:pt x="11898825" y="4517749"/>
                </a:cubicBezTo>
                <a:cubicBezTo>
                  <a:pt x="11969013" y="4441095"/>
                  <a:pt x="11969494" y="4440094"/>
                  <a:pt x="11897864" y="4375464"/>
                </a:cubicBezTo>
                <a:cubicBezTo>
                  <a:pt x="11877192" y="4356928"/>
                  <a:pt x="11863252" y="4336887"/>
                  <a:pt x="11854116" y="4311838"/>
                </a:cubicBezTo>
                <a:cubicBezTo>
                  <a:pt x="11837290" y="4266245"/>
                  <a:pt x="11837771" y="4228169"/>
                  <a:pt x="11901709" y="4203620"/>
                </a:cubicBezTo>
                <a:cubicBezTo>
                  <a:pt x="11946418" y="4186086"/>
                  <a:pt x="11971897" y="4166044"/>
                  <a:pt x="11974782" y="4114442"/>
                </a:cubicBezTo>
                <a:cubicBezTo>
                  <a:pt x="11976706" y="4071355"/>
                  <a:pt x="11981993" y="4043299"/>
                  <a:pt x="11932476" y="4024762"/>
                </a:cubicBezTo>
                <a:cubicBezTo>
                  <a:pt x="11892576" y="4009732"/>
                  <a:pt x="11881038" y="3977668"/>
                  <a:pt x="11885365" y="3939592"/>
                </a:cubicBezTo>
                <a:cubicBezTo>
                  <a:pt x="11895460" y="3846405"/>
                  <a:pt x="11841137" y="3791796"/>
                  <a:pt x="11751719" y="3749211"/>
                </a:cubicBezTo>
                <a:cubicBezTo>
                  <a:pt x="11666628" y="3708629"/>
                  <a:pt x="11592115" y="3654019"/>
                  <a:pt x="11513754" y="3604420"/>
                </a:cubicBezTo>
                <a:cubicBezTo>
                  <a:pt x="11426740" y="3549310"/>
                  <a:pt x="11325786" y="3516243"/>
                  <a:pt x="11220504" y="3488188"/>
                </a:cubicBezTo>
                <a:cubicBezTo>
                  <a:pt x="11239734" y="3448108"/>
                  <a:pt x="11306076" y="3470653"/>
                  <a:pt x="11312805" y="3414541"/>
                </a:cubicBezTo>
                <a:cubicBezTo>
                  <a:pt x="11148394" y="3366945"/>
                  <a:pt x="10991193" y="3295301"/>
                  <a:pt x="10805146" y="3277767"/>
                </a:cubicBezTo>
                <a:cubicBezTo>
                  <a:pt x="10955618" y="3286784"/>
                  <a:pt x="11092147" y="3222154"/>
                  <a:pt x="11234926" y="3203117"/>
                </a:cubicBezTo>
                <a:cubicBezTo>
                  <a:pt x="11248386" y="3171554"/>
                  <a:pt x="11217140" y="3179569"/>
                  <a:pt x="11204640" y="3174060"/>
                </a:cubicBezTo>
                <a:cubicBezTo>
                  <a:pt x="11192140" y="3168047"/>
                  <a:pt x="11176757" y="3166042"/>
                  <a:pt x="11174834" y="3143498"/>
                </a:cubicBezTo>
                <a:cubicBezTo>
                  <a:pt x="11243580" y="3110932"/>
                  <a:pt x="11329632" y="3132475"/>
                  <a:pt x="11400780" y="3099410"/>
                </a:cubicBezTo>
                <a:cubicBezTo>
                  <a:pt x="11384916" y="3051314"/>
                  <a:pt x="11323382" y="3080371"/>
                  <a:pt x="11297902" y="3041793"/>
                </a:cubicBezTo>
                <a:cubicBezTo>
                  <a:pt x="11364246" y="3034780"/>
                  <a:pt x="11425779" y="3031774"/>
                  <a:pt x="11485870" y="3021253"/>
                </a:cubicBezTo>
                <a:cubicBezTo>
                  <a:pt x="11532984" y="3013236"/>
                  <a:pt x="11545964" y="2972154"/>
                  <a:pt x="11513754" y="2944098"/>
                </a:cubicBezTo>
                <a:cubicBezTo>
                  <a:pt x="11484909" y="2919049"/>
                  <a:pt x="11442604" y="2917044"/>
                  <a:pt x="11405107" y="2906523"/>
                </a:cubicBezTo>
                <a:cubicBezTo>
                  <a:pt x="11137817" y="2833377"/>
                  <a:pt x="10857066" y="2809829"/>
                  <a:pt x="10572950" y="2803317"/>
                </a:cubicBezTo>
                <a:cubicBezTo>
                  <a:pt x="10117210" y="2792795"/>
                  <a:pt x="9660028" y="2793297"/>
                  <a:pt x="9205250" y="2778767"/>
                </a:cubicBezTo>
                <a:cubicBezTo>
                  <a:pt x="8996489" y="2772379"/>
                  <a:pt x="8788540" y="2761765"/>
                  <a:pt x="8579578" y="2759181"/>
                </a:cubicBezTo>
                <a:cubicBezTo>
                  <a:pt x="8509922" y="2758320"/>
                  <a:pt x="8440155" y="2758352"/>
                  <a:pt x="8370208" y="2759730"/>
                </a:cubicBezTo>
                <a:cubicBezTo>
                  <a:pt x="8070708" y="2765742"/>
                  <a:pt x="7771690" y="2764238"/>
                  <a:pt x="7470748" y="2819849"/>
                </a:cubicBezTo>
                <a:cubicBezTo>
                  <a:pt x="7316911" y="2848407"/>
                  <a:pt x="7156825" y="2838887"/>
                  <a:pt x="7001547" y="2861432"/>
                </a:cubicBezTo>
                <a:cubicBezTo>
                  <a:pt x="6765024" y="2896002"/>
                  <a:pt x="6528501" y="2936583"/>
                  <a:pt x="6295343" y="2988688"/>
                </a:cubicBezTo>
                <a:cubicBezTo>
                  <a:pt x="6222271" y="3005220"/>
                  <a:pt x="6131892" y="3015241"/>
                  <a:pt x="6075166" y="3078367"/>
                </a:cubicBezTo>
                <a:cubicBezTo>
                  <a:pt x="5985266" y="3038288"/>
                  <a:pt x="5929502" y="3113938"/>
                  <a:pt x="5859314" y="3139490"/>
                </a:cubicBezTo>
                <a:cubicBezTo>
                  <a:pt x="5831912" y="3149510"/>
                  <a:pt x="5795857" y="3163538"/>
                  <a:pt x="5800183" y="3195101"/>
                </a:cubicBezTo>
                <a:cubicBezTo>
                  <a:pt x="5804030" y="3234680"/>
                  <a:pt x="5844410" y="3260231"/>
                  <a:pt x="5882870" y="3252215"/>
                </a:cubicBezTo>
                <a:cubicBezTo>
                  <a:pt x="6002574" y="3227164"/>
                  <a:pt x="6109777" y="3283277"/>
                  <a:pt x="6232848" y="3274760"/>
                </a:cubicBezTo>
                <a:cubicBezTo>
                  <a:pt x="6125643" y="3298808"/>
                  <a:pt x="6018918" y="3323358"/>
                  <a:pt x="5911715" y="3347407"/>
                </a:cubicBezTo>
                <a:cubicBezTo>
                  <a:pt x="6070839" y="3366444"/>
                  <a:pt x="6227559" y="3332376"/>
                  <a:pt x="6384279" y="3312836"/>
                </a:cubicBezTo>
                <a:cubicBezTo>
                  <a:pt x="6434757" y="3306824"/>
                  <a:pt x="6513117" y="3260732"/>
                  <a:pt x="6526097" y="3325362"/>
                </a:cubicBezTo>
                <a:cubicBezTo>
                  <a:pt x="6534750" y="3368448"/>
                  <a:pt x="6450622" y="3371454"/>
                  <a:pt x="6403028" y="3383478"/>
                </a:cubicBezTo>
                <a:cubicBezTo>
                  <a:pt x="6192945" y="3435081"/>
                  <a:pt x="5979497" y="3465141"/>
                  <a:pt x="5767013" y="3500713"/>
                </a:cubicBezTo>
                <a:cubicBezTo>
                  <a:pt x="5746822" y="3504220"/>
                  <a:pt x="5720381" y="3501214"/>
                  <a:pt x="5706920" y="3511233"/>
                </a:cubicBezTo>
                <a:cubicBezTo>
                  <a:pt x="5598272" y="3591895"/>
                  <a:pt x="5460782" y="3618449"/>
                  <a:pt x="5310793" y="3677066"/>
                </a:cubicBezTo>
                <a:cubicBezTo>
                  <a:pt x="5405498" y="3704622"/>
                  <a:pt x="5469435" y="3648007"/>
                  <a:pt x="5548276" y="3660533"/>
                </a:cubicBezTo>
                <a:cubicBezTo>
                  <a:pt x="5467993" y="3721154"/>
                  <a:pt x="5374730" y="3732677"/>
                  <a:pt x="5293005" y="3765743"/>
                </a:cubicBezTo>
                <a:cubicBezTo>
                  <a:pt x="5234355" y="3789291"/>
                  <a:pt x="5016580" y="3862938"/>
                  <a:pt x="4983410" y="3883981"/>
                </a:cubicBezTo>
                <a:cubicBezTo>
                  <a:pt x="4883416" y="3949110"/>
                  <a:pt x="4756501" y="3979672"/>
                  <a:pt x="4674775" y="4068850"/>
                </a:cubicBezTo>
                <a:cubicBezTo>
                  <a:pt x="4617087" y="4131477"/>
                  <a:pt x="4520939" y="4119952"/>
                  <a:pt x="4453155" y="4163539"/>
                </a:cubicBezTo>
                <a:cubicBezTo>
                  <a:pt x="4429119" y="4204622"/>
                  <a:pt x="4475751" y="4215143"/>
                  <a:pt x="4492095" y="4237188"/>
                </a:cubicBezTo>
                <a:cubicBezTo>
                  <a:pt x="4513728" y="4266746"/>
                  <a:pt x="4475269" y="4283280"/>
                  <a:pt x="4464213" y="4318851"/>
                </a:cubicBezTo>
                <a:cubicBezTo>
                  <a:pt x="4591608" y="4278771"/>
                  <a:pt x="4713234" y="4255223"/>
                  <a:pt x="4857456" y="4241696"/>
                </a:cubicBezTo>
                <a:cubicBezTo>
                  <a:pt x="4809862" y="4299311"/>
                  <a:pt x="4752174" y="4274261"/>
                  <a:pt x="4713234" y="4295303"/>
                </a:cubicBezTo>
                <a:cubicBezTo>
                  <a:pt x="4687756" y="4308830"/>
                  <a:pt x="4648816" y="4314843"/>
                  <a:pt x="4656026" y="4348410"/>
                </a:cubicBezTo>
                <a:cubicBezTo>
                  <a:pt x="4661795" y="4374963"/>
                  <a:pt x="4694486" y="4371456"/>
                  <a:pt x="4718523" y="4368951"/>
                </a:cubicBezTo>
                <a:cubicBezTo>
                  <a:pt x="4810825" y="4359433"/>
                  <a:pt x="4900722" y="4356425"/>
                  <a:pt x="4989178" y="4420054"/>
                </a:cubicBezTo>
                <a:cubicBezTo>
                  <a:pt x="4764193" y="4512739"/>
                  <a:pt x="4505557" y="4473661"/>
                  <a:pt x="4304127" y="4609933"/>
                </a:cubicBezTo>
                <a:cubicBezTo>
                  <a:pt x="4332491" y="4652018"/>
                  <a:pt x="4372871" y="4629473"/>
                  <a:pt x="4402677" y="4624463"/>
                </a:cubicBezTo>
                <a:cubicBezTo>
                  <a:pt x="4598338" y="4590394"/>
                  <a:pt x="5297331" y="4651016"/>
                  <a:pt x="5398287" y="4608430"/>
                </a:cubicBezTo>
                <a:cubicBezTo>
                  <a:pt x="5460301" y="4582379"/>
                  <a:pt x="5525682" y="4569853"/>
                  <a:pt x="5592504" y="4585886"/>
                </a:cubicBezTo>
                <a:cubicBezTo>
                  <a:pt x="5656923" y="4601416"/>
                  <a:pt x="5640578" y="4819353"/>
                  <a:pt x="5411266" y="4964142"/>
                </a:cubicBezTo>
                <a:cubicBezTo>
                  <a:pt x="5378575" y="4984684"/>
                  <a:pt x="5524721" y="5014244"/>
                  <a:pt x="5480493" y="5031277"/>
                </a:cubicBezTo>
                <a:cubicBezTo>
                  <a:pt x="5445880" y="5044804"/>
                  <a:pt x="5276179" y="5037289"/>
                  <a:pt x="5233393" y="5047810"/>
                </a:cubicBezTo>
                <a:cubicBezTo>
                  <a:pt x="5216567" y="5052318"/>
                  <a:pt x="4701216" y="5221157"/>
                  <a:pt x="4750251" y="5256728"/>
                </a:cubicBezTo>
                <a:cubicBezTo>
                  <a:pt x="4896877" y="5363441"/>
                  <a:pt x="5388190" y="5558833"/>
                  <a:pt x="4508440" y="5624965"/>
                </a:cubicBezTo>
                <a:cubicBezTo>
                  <a:pt x="4536323" y="5663542"/>
                  <a:pt x="4613241" y="5638994"/>
                  <a:pt x="4602665" y="5706629"/>
                </a:cubicBezTo>
                <a:cubicBezTo>
                  <a:pt x="4485845" y="5743202"/>
                  <a:pt x="4350758" y="5741198"/>
                  <a:pt x="4215189" y="5797811"/>
                </a:cubicBezTo>
                <a:cubicBezTo>
                  <a:pt x="4276245" y="5838893"/>
                  <a:pt x="4346432" y="5813844"/>
                  <a:pt x="4407966" y="5826870"/>
                </a:cubicBezTo>
                <a:cubicBezTo>
                  <a:pt x="4373353" y="5878473"/>
                  <a:pt x="4313741" y="5870457"/>
                  <a:pt x="4265186" y="5881478"/>
                </a:cubicBezTo>
                <a:cubicBezTo>
                  <a:pt x="4220479" y="5892001"/>
                  <a:pt x="4125774" y="5981680"/>
                  <a:pt x="4145964" y="5977170"/>
                </a:cubicBezTo>
                <a:cubicBezTo>
                  <a:pt x="4332971" y="5937091"/>
                  <a:pt x="4522862" y="5948113"/>
                  <a:pt x="4710350" y="5909035"/>
                </a:cubicBezTo>
                <a:cubicBezTo>
                  <a:pt x="4772366" y="5896009"/>
                  <a:pt x="4842554" y="5870958"/>
                  <a:pt x="4870916" y="5949616"/>
                </a:cubicBezTo>
                <a:cubicBezTo>
                  <a:pt x="4879571" y="5972663"/>
                  <a:pt x="4873320" y="5980177"/>
                  <a:pt x="4960333" y="5949115"/>
                </a:cubicBezTo>
                <a:cubicBezTo>
                  <a:pt x="4994466" y="5937091"/>
                  <a:pt x="5039656" y="5924065"/>
                  <a:pt x="5073788" y="5953623"/>
                </a:cubicBezTo>
                <a:cubicBezTo>
                  <a:pt x="5052154" y="5990698"/>
                  <a:pt x="5010331" y="5979675"/>
                  <a:pt x="4979084" y="5990197"/>
                </a:cubicBezTo>
                <a:cubicBezTo>
                  <a:pt x="4896397" y="6017250"/>
                  <a:pt x="5180513" y="6120457"/>
                  <a:pt x="5100228" y="6151519"/>
                </a:cubicBezTo>
                <a:cubicBezTo>
                  <a:pt x="4935817" y="6215148"/>
                  <a:pt x="4832938" y="6196611"/>
                  <a:pt x="4666602" y="6266250"/>
                </a:cubicBezTo>
                <a:cubicBezTo>
                  <a:pt x="4723331" y="6264746"/>
                  <a:pt x="4706024" y="6288795"/>
                  <a:pt x="4762750" y="6288795"/>
                </a:cubicBezTo>
                <a:cubicBezTo>
                  <a:pt x="4788229" y="6288795"/>
                  <a:pt x="4815151" y="6294807"/>
                  <a:pt x="4815151" y="6322363"/>
                </a:cubicBezTo>
                <a:cubicBezTo>
                  <a:pt x="4815151" y="6348414"/>
                  <a:pt x="4516613" y="6491199"/>
                  <a:pt x="4558918" y="6504727"/>
                </a:cubicBezTo>
                <a:cubicBezTo>
                  <a:pt x="4674295" y="6541299"/>
                  <a:pt x="4970431" y="6429075"/>
                  <a:pt x="4899280" y="6480679"/>
                </a:cubicBezTo>
                <a:cubicBezTo>
                  <a:pt x="4791114" y="6559337"/>
                  <a:pt x="4774769" y="6574868"/>
                  <a:pt x="4692563" y="6586391"/>
                </a:cubicBezTo>
                <a:cubicBezTo>
                  <a:pt x="4621894" y="6596411"/>
                  <a:pt x="4373353" y="6816352"/>
                  <a:pt x="4303645" y="6834888"/>
                </a:cubicBezTo>
                <a:cubicBezTo>
                  <a:pt x="4288262" y="6838896"/>
                  <a:pt x="4291687" y="6845065"/>
                  <a:pt x="4307829" y="6852361"/>
                </a:cubicBezTo>
                <a:lnTo>
                  <a:pt x="432378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1F66E13-DBBE-5B43-9200-753F0E7CEB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5999" y="3834174"/>
            <a:ext cx="5257800" cy="1701570"/>
          </a:xfrm>
        </p:spPr>
        <p:txBody>
          <a:bodyPr anchor="b">
            <a:normAutofit/>
          </a:bodyPr>
          <a:lstStyle/>
          <a:p>
            <a:r>
              <a:rPr lang="en-GB" sz="4400" dirty="0"/>
              <a:t>Assessing wine quality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30AA27-A112-074D-A7BD-9B13F7A042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0" y="5592499"/>
            <a:ext cx="5147960" cy="646785"/>
          </a:xfrm>
        </p:spPr>
        <p:txBody>
          <a:bodyPr>
            <a:normAutofit/>
          </a:bodyPr>
          <a:lstStyle/>
          <a:p>
            <a:r>
              <a:rPr lang="en-GB" sz="2000" dirty="0"/>
              <a:t>Coursera Advanced Capstone</a:t>
            </a:r>
          </a:p>
        </p:txBody>
      </p:sp>
    </p:spTree>
    <p:extLst>
      <p:ext uri="{BB962C8B-B14F-4D97-AF65-F5344CB8AC3E}">
        <p14:creationId xmlns:p14="http://schemas.microsoft.com/office/powerpoint/2010/main" val="1096351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EFFCF-37FF-8A44-8B3E-60E73C6CF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48963" cy="1325563"/>
          </a:xfrm>
        </p:spPr>
        <p:txBody>
          <a:bodyPr/>
          <a:lstStyle/>
          <a:p>
            <a:r>
              <a:rPr lang="en-GB" dirty="0"/>
              <a:t>Vineyards always collect and sample their products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B6F4066-ADD0-444E-833F-3E2EEF16DF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827645"/>
            <a:ext cx="10515600" cy="2528272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D9D77C7-4CEB-DE42-B43D-241FAE0B7A92}"/>
              </a:ext>
            </a:extLst>
          </p:cNvPr>
          <p:cNvSpPr txBox="1"/>
          <p:nvPr/>
        </p:nvSpPr>
        <p:spPr>
          <a:xfrm>
            <a:off x="838199" y="5543550"/>
            <a:ext cx="10491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Dataset contains 1600 wine batches, chemically analysed (Cortez et al., 2009)</a:t>
            </a:r>
          </a:p>
        </p:txBody>
      </p:sp>
    </p:spTree>
    <p:extLst>
      <p:ext uri="{BB962C8B-B14F-4D97-AF65-F5344CB8AC3E}">
        <p14:creationId xmlns:p14="http://schemas.microsoft.com/office/powerpoint/2010/main" val="3822692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E3596DD-156A-473E-9BB3-C6A29F757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C46C4D6-C474-4E92-B52E-944C1118F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962785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97A543-F91C-0842-A332-C449F55F9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643467"/>
            <a:ext cx="3888526" cy="1800526"/>
          </a:xfrm>
        </p:spPr>
        <p:txBody>
          <a:bodyPr>
            <a:normAutofit/>
          </a:bodyPr>
          <a:lstStyle/>
          <a:p>
            <a:r>
              <a:rPr lang="en-GB" sz="3100"/>
              <a:t>All stakeholders to benefit from automatic quality assessment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5ADFD5-8CAD-0949-8056-E99F66A030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623381"/>
            <a:ext cx="3888528" cy="3553581"/>
          </a:xfrm>
        </p:spPr>
        <p:txBody>
          <a:bodyPr>
            <a:normAutofit/>
          </a:bodyPr>
          <a:lstStyle/>
          <a:p>
            <a:r>
              <a:rPr lang="en-GB" sz="2000" dirty="0"/>
              <a:t>Today, wine batches are quality assessed manually, taking time and making them susceptible to bias</a:t>
            </a:r>
          </a:p>
          <a:p>
            <a:r>
              <a:rPr lang="en-GB" sz="2000" dirty="0"/>
              <a:t>With our model, this can be made automatic based solely on the physiochemical properties(!) </a:t>
            </a:r>
          </a:p>
        </p:txBody>
      </p:sp>
      <p:pic>
        <p:nvPicPr>
          <p:cNvPr id="7" name="Graphic 6" descr="Wine">
            <a:extLst>
              <a:ext uri="{FF2B5EF4-FFF2-40B4-BE49-F238E27FC236}">
                <a16:creationId xmlns:a16="http://schemas.microsoft.com/office/drawing/2014/main" id="{4F9812FC-13FA-4C11-BD38-2E1A48AB49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00986" y="1069398"/>
            <a:ext cx="4747547" cy="4747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6206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8FD1E94-B12F-434F-8027-5DBEAC55A1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BC8109F-B452-45EE-8BB3-65433C0396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68100" y="-1"/>
            <a:ext cx="10423900" cy="5920155"/>
          </a:xfrm>
          <a:custGeom>
            <a:avLst/>
            <a:gdLst>
              <a:gd name="connsiteX0" fmla="*/ 10423900 w 10423900"/>
              <a:gd name="connsiteY0" fmla="*/ 0 h 5491534"/>
              <a:gd name="connsiteX1" fmla="*/ 3493157 w 10423900"/>
              <a:gd name="connsiteY1" fmla="*/ 0 h 5491534"/>
              <a:gd name="connsiteX2" fmla="*/ 3493018 w 10423900"/>
              <a:gd name="connsiteY2" fmla="*/ 31 h 5491534"/>
              <a:gd name="connsiteX3" fmla="*/ 3245493 w 10423900"/>
              <a:gd name="connsiteY3" fmla="*/ 104839 h 5491534"/>
              <a:gd name="connsiteX4" fmla="*/ 4434802 w 10423900"/>
              <a:gd name="connsiteY4" fmla="*/ 284558 h 5491534"/>
              <a:gd name="connsiteX5" fmla="*/ 4011937 w 10423900"/>
              <a:gd name="connsiteY5" fmla="*/ 395559 h 5491534"/>
              <a:gd name="connsiteX6" fmla="*/ 3573213 w 10423900"/>
              <a:gd name="connsiteY6" fmla="*/ 474847 h 5491534"/>
              <a:gd name="connsiteX7" fmla="*/ 3097489 w 10423900"/>
              <a:gd name="connsiteY7" fmla="*/ 532990 h 5491534"/>
              <a:gd name="connsiteX8" fmla="*/ 2664052 w 10423900"/>
              <a:gd name="connsiteY8" fmla="*/ 649279 h 5491534"/>
              <a:gd name="connsiteX9" fmla="*/ 3795218 w 10423900"/>
              <a:gd name="connsiteY9" fmla="*/ 696852 h 5491534"/>
              <a:gd name="connsiteX10" fmla="*/ 3208492 w 10423900"/>
              <a:gd name="connsiteY10" fmla="*/ 802568 h 5491534"/>
              <a:gd name="connsiteX11" fmla="*/ 2727483 w 10423900"/>
              <a:gd name="connsiteY11" fmla="*/ 939999 h 5491534"/>
              <a:gd name="connsiteX12" fmla="*/ 2389190 w 10423900"/>
              <a:gd name="connsiteY12" fmla="*/ 1003429 h 5491534"/>
              <a:gd name="connsiteX13" fmla="*/ 2029754 w 10423900"/>
              <a:gd name="connsiteY13" fmla="*/ 1019287 h 5491534"/>
              <a:gd name="connsiteX14" fmla="*/ 1945181 w 10423900"/>
              <a:gd name="connsiteY14" fmla="*/ 1119716 h 5491534"/>
              <a:gd name="connsiteX15" fmla="*/ 2056184 w 10423900"/>
              <a:gd name="connsiteY15" fmla="*/ 1225434 h 5491534"/>
              <a:gd name="connsiteX16" fmla="*/ 2225329 w 10423900"/>
              <a:gd name="connsiteY16" fmla="*/ 1236004 h 5491534"/>
              <a:gd name="connsiteX17" fmla="*/ 3234920 w 10423900"/>
              <a:gd name="connsiteY17" fmla="*/ 1262435 h 5491534"/>
              <a:gd name="connsiteX18" fmla="*/ 0 w 10423900"/>
              <a:gd name="connsiteY18" fmla="*/ 1495009 h 5491534"/>
              <a:gd name="connsiteX19" fmla="*/ 438724 w 10423900"/>
              <a:gd name="connsiteY19" fmla="*/ 1637728 h 5491534"/>
              <a:gd name="connsiteX20" fmla="*/ 586726 w 10423900"/>
              <a:gd name="connsiteY20" fmla="*/ 2028877 h 5491534"/>
              <a:gd name="connsiteX21" fmla="*/ 1125878 w 10423900"/>
              <a:gd name="connsiteY21" fmla="*/ 2250882 h 5491534"/>
              <a:gd name="connsiteX22" fmla="*/ 1474744 w 10423900"/>
              <a:gd name="connsiteY22" fmla="*/ 2330169 h 5491534"/>
              <a:gd name="connsiteX23" fmla="*/ 2272901 w 10423900"/>
              <a:gd name="connsiteY23" fmla="*/ 2446458 h 5491534"/>
              <a:gd name="connsiteX24" fmla="*/ 2389190 w 10423900"/>
              <a:gd name="connsiteY24" fmla="*/ 2636747 h 5491534"/>
              <a:gd name="connsiteX25" fmla="*/ 2489621 w 10423900"/>
              <a:gd name="connsiteY25" fmla="*/ 2848179 h 5491534"/>
              <a:gd name="connsiteX26" fmla="*/ 2701053 w 10423900"/>
              <a:gd name="connsiteY26" fmla="*/ 2985611 h 5491534"/>
              <a:gd name="connsiteX27" fmla="*/ 1057165 w 10423900"/>
              <a:gd name="connsiteY27" fmla="*/ 2964468 h 5491534"/>
              <a:gd name="connsiteX28" fmla="*/ 2912485 w 10423900"/>
              <a:gd name="connsiteY28" fmla="*/ 3408477 h 5491534"/>
              <a:gd name="connsiteX29" fmla="*/ 2748626 w 10423900"/>
              <a:gd name="connsiteY29" fmla="*/ 3582909 h 5491534"/>
              <a:gd name="connsiteX30" fmla="*/ 3763503 w 10423900"/>
              <a:gd name="connsiteY30" fmla="*/ 3820771 h 5491534"/>
              <a:gd name="connsiteX31" fmla="*/ 3219063 w 10423900"/>
              <a:gd name="connsiteY31" fmla="*/ 3847199 h 5491534"/>
              <a:gd name="connsiteX32" fmla="*/ 6385269 w 10423900"/>
              <a:gd name="connsiteY32" fmla="*/ 4840933 h 5491534"/>
              <a:gd name="connsiteX33" fmla="*/ 10285854 w 10423900"/>
              <a:gd name="connsiteY33" fmla="*/ 5471118 h 5491534"/>
              <a:gd name="connsiteX34" fmla="*/ 10423900 w 10423900"/>
              <a:gd name="connsiteY34" fmla="*/ 5491534 h 549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3900" h="5491534">
                <a:moveTo>
                  <a:pt x="10423900" y="0"/>
                </a:moveTo>
                <a:lnTo>
                  <a:pt x="3493157" y="0"/>
                </a:lnTo>
                <a:lnTo>
                  <a:pt x="3493018" y="31"/>
                </a:lnTo>
                <a:cubicBezTo>
                  <a:pt x="3414969" y="12668"/>
                  <a:pt x="3328744" y="21588"/>
                  <a:pt x="3245493" y="104839"/>
                </a:cubicBezTo>
                <a:cubicBezTo>
                  <a:pt x="3668357" y="162984"/>
                  <a:pt x="4075366" y="51981"/>
                  <a:pt x="4434802" y="284558"/>
                </a:cubicBezTo>
                <a:cubicBezTo>
                  <a:pt x="4302656" y="400846"/>
                  <a:pt x="4154654" y="374416"/>
                  <a:pt x="4011937" y="395559"/>
                </a:cubicBezTo>
                <a:cubicBezTo>
                  <a:pt x="3863934" y="416704"/>
                  <a:pt x="3721217" y="453704"/>
                  <a:pt x="3573213" y="474847"/>
                </a:cubicBezTo>
                <a:cubicBezTo>
                  <a:pt x="3414639" y="501275"/>
                  <a:pt x="3256063" y="506562"/>
                  <a:pt x="3097489" y="532990"/>
                </a:cubicBezTo>
                <a:cubicBezTo>
                  <a:pt x="2965345" y="554135"/>
                  <a:pt x="2822627" y="517133"/>
                  <a:pt x="2664052" y="649279"/>
                </a:cubicBezTo>
                <a:cubicBezTo>
                  <a:pt x="3055203" y="744424"/>
                  <a:pt x="3409352" y="601706"/>
                  <a:pt x="3795218" y="696852"/>
                </a:cubicBezTo>
                <a:cubicBezTo>
                  <a:pt x="3567928" y="781425"/>
                  <a:pt x="3382924" y="754995"/>
                  <a:pt x="3208492" y="802568"/>
                </a:cubicBezTo>
                <a:cubicBezTo>
                  <a:pt x="3049916" y="850140"/>
                  <a:pt x="2859627" y="797282"/>
                  <a:pt x="2727483" y="939999"/>
                </a:cubicBezTo>
                <a:cubicBezTo>
                  <a:pt x="2627052" y="1051000"/>
                  <a:pt x="2521336" y="1066858"/>
                  <a:pt x="2389190" y="1003429"/>
                </a:cubicBezTo>
                <a:cubicBezTo>
                  <a:pt x="2272901" y="945284"/>
                  <a:pt x="2146043" y="961142"/>
                  <a:pt x="2029754" y="1019287"/>
                </a:cubicBezTo>
                <a:cubicBezTo>
                  <a:pt x="1987468" y="1040430"/>
                  <a:pt x="1945181" y="1066858"/>
                  <a:pt x="1945181" y="1119716"/>
                </a:cubicBezTo>
                <a:cubicBezTo>
                  <a:pt x="1945181" y="1193719"/>
                  <a:pt x="1998039" y="1214862"/>
                  <a:pt x="2056184" y="1225434"/>
                </a:cubicBezTo>
                <a:cubicBezTo>
                  <a:pt x="2109042" y="1236004"/>
                  <a:pt x="2172471" y="1246577"/>
                  <a:pt x="2225329" y="1236004"/>
                </a:cubicBezTo>
                <a:cubicBezTo>
                  <a:pt x="2563622" y="1177861"/>
                  <a:pt x="2896629" y="1273005"/>
                  <a:pt x="3234920" y="1262435"/>
                </a:cubicBezTo>
                <a:cubicBezTo>
                  <a:pt x="2172471" y="1489724"/>
                  <a:pt x="1099450" y="1415723"/>
                  <a:pt x="0" y="1495009"/>
                </a:cubicBezTo>
                <a:cubicBezTo>
                  <a:pt x="142717" y="1653583"/>
                  <a:pt x="327721" y="1521439"/>
                  <a:pt x="438724" y="1637728"/>
                </a:cubicBezTo>
                <a:cubicBezTo>
                  <a:pt x="333006" y="1880875"/>
                  <a:pt x="375293" y="2013020"/>
                  <a:pt x="586726" y="2028877"/>
                </a:cubicBezTo>
                <a:cubicBezTo>
                  <a:pt x="792873" y="2044734"/>
                  <a:pt x="1014877" y="1960161"/>
                  <a:pt x="1125878" y="2250882"/>
                </a:cubicBezTo>
                <a:cubicBezTo>
                  <a:pt x="1157593" y="2340740"/>
                  <a:pt x="1353170" y="2314312"/>
                  <a:pt x="1474744" y="2330169"/>
                </a:cubicBezTo>
                <a:cubicBezTo>
                  <a:pt x="1739034" y="2367170"/>
                  <a:pt x="2019183" y="2330169"/>
                  <a:pt x="2272901" y="2446458"/>
                </a:cubicBezTo>
                <a:cubicBezTo>
                  <a:pt x="2373332" y="2488744"/>
                  <a:pt x="2442048" y="2520459"/>
                  <a:pt x="2389190" y="2636747"/>
                </a:cubicBezTo>
                <a:cubicBezTo>
                  <a:pt x="2336332" y="2758321"/>
                  <a:pt x="2405048" y="2800607"/>
                  <a:pt x="2489621" y="2848179"/>
                </a:cubicBezTo>
                <a:cubicBezTo>
                  <a:pt x="2553051" y="2885180"/>
                  <a:pt x="2648195" y="2874609"/>
                  <a:pt x="2701053" y="2985611"/>
                </a:cubicBezTo>
                <a:cubicBezTo>
                  <a:pt x="2146043" y="2969753"/>
                  <a:pt x="1606888" y="2879895"/>
                  <a:pt x="1057165" y="2964468"/>
                </a:cubicBezTo>
                <a:cubicBezTo>
                  <a:pt x="1659748" y="3175900"/>
                  <a:pt x="2320474" y="3165328"/>
                  <a:pt x="2912485" y="3408477"/>
                </a:cubicBezTo>
                <a:cubicBezTo>
                  <a:pt x="2891342" y="3493050"/>
                  <a:pt x="2753911" y="3456048"/>
                  <a:pt x="2748626" y="3582909"/>
                </a:cubicBezTo>
                <a:cubicBezTo>
                  <a:pt x="3060489" y="3715055"/>
                  <a:pt x="3435782" y="3625195"/>
                  <a:pt x="3763503" y="3820771"/>
                </a:cubicBezTo>
                <a:cubicBezTo>
                  <a:pt x="3573213" y="3910629"/>
                  <a:pt x="3398782" y="3762626"/>
                  <a:pt x="3219063" y="3847199"/>
                </a:cubicBezTo>
                <a:cubicBezTo>
                  <a:pt x="3277208" y="3974060"/>
                  <a:pt x="5909545" y="4756360"/>
                  <a:pt x="6385269" y="4840933"/>
                </a:cubicBezTo>
                <a:cubicBezTo>
                  <a:pt x="7171204" y="4982659"/>
                  <a:pt x="9157515" y="5302348"/>
                  <a:pt x="10285854" y="5471118"/>
                </a:cubicBezTo>
                <a:lnTo>
                  <a:pt x="10423900" y="5491534"/>
                </a:lnTo>
                <a:close/>
              </a:path>
            </a:pathLst>
          </a:custGeom>
          <a:solidFill>
            <a:schemeClr val="bg1">
              <a:lumMod val="85000"/>
              <a:alpha val="8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10947E-6646-E942-AC5C-971B3E5BE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dirty="0" err="1"/>
              <a:t>Architectual</a:t>
            </a:r>
            <a:r>
              <a:rPr lang="en-GB" dirty="0"/>
              <a:t> </a:t>
            </a:r>
            <a:r>
              <a:rPr lang="en-GB" dirty="0" err="1"/>
              <a:t>desicions</a:t>
            </a:r>
            <a:endParaRPr lang="en-GB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1FE3679-82CB-407F-AFC1-EB09EF49EBD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47320183"/>
              </p:ext>
            </p:extLst>
          </p:nvPr>
        </p:nvGraphicFramePr>
        <p:xfrm>
          <a:off x="838200" y="2011363"/>
          <a:ext cx="10515600" cy="41608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028903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DF11B-73B6-CE4A-8706-6DBEE0AED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Deep-dive – Data structure, cleaning and pre-processing (I/II)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E225C5-D73D-0645-ADAB-3D53F05256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Dataset contain 1599 rows (batches), each with 11 features and 1 target variable</a:t>
            </a:r>
          </a:p>
          <a:p>
            <a:pPr lvl="1"/>
            <a:r>
              <a:rPr lang="en-GB" dirty="0"/>
              <a:t>All features numerical (floats) – Outliers removed and data normalized (z-score normalization)</a:t>
            </a:r>
          </a:p>
          <a:p>
            <a:pPr lvl="1"/>
            <a:r>
              <a:rPr lang="en-GB" dirty="0"/>
              <a:t>Target state categorical (0-10) – One-hot encoded to either 0/1 (bad/good) as </a:t>
            </a:r>
          </a:p>
          <a:p>
            <a:pPr lvl="2"/>
            <a:r>
              <a:rPr lang="en-GB" dirty="0"/>
              <a:t>&lt;6 = 0</a:t>
            </a:r>
          </a:p>
          <a:p>
            <a:pPr lvl="2"/>
            <a:r>
              <a:rPr lang="en-GB" dirty="0"/>
              <a:t>&gt;=6 = 1</a:t>
            </a:r>
          </a:p>
        </p:txBody>
      </p:sp>
    </p:spTree>
    <p:extLst>
      <p:ext uri="{BB962C8B-B14F-4D97-AF65-F5344CB8AC3E}">
        <p14:creationId xmlns:p14="http://schemas.microsoft.com/office/powerpoint/2010/main" val="40373961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E3596DD-156A-473E-9BB3-C6A29F757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C46C4D6-C474-4E92-B52E-944C1118F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962785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4DF11B-73B6-CE4A-8706-6DBEE0AED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643467"/>
            <a:ext cx="3888526" cy="1800526"/>
          </a:xfrm>
        </p:spPr>
        <p:txBody>
          <a:bodyPr>
            <a:normAutofit/>
          </a:bodyPr>
          <a:lstStyle/>
          <a:p>
            <a:r>
              <a:rPr lang="en-GB" sz="3100"/>
              <a:t>Deep-dive – Data structure, cleaning and pre-processing (II/II)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E225C5-D73D-0645-ADAB-3D53F05256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623381"/>
            <a:ext cx="3888528" cy="3553581"/>
          </a:xfrm>
        </p:spPr>
        <p:txBody>
          <a:bodyPr>
            <a:normAutofit/>
          </a:bodyPr>
          <a:lstStyle/>
          <a:p>
            <a:r>
              <a:rPr lang="en-GB" sz="2000"/>
              <a:t>Correlation measurements and individual feature feasibility studied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E231CF-6917-4F49-A970-11AA878758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4928" y="838750"/>
            <a:ext cx="6663024" cy="5180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0347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541DB91-0B10-46D9-B34B-7BFF960260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CF7FE1C-8BC5-4B0C-A2BC-93AB72C90F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68100" y="-1"/>
            <a:ext cx="10423900" cy="5920155"/>
          </a:xfrm>
          <a:custGeom>
            <a:avLst/>
            <a:gdLst>
              <a:gd name="connsiteX0" fmla="*/ 10423900 w 10423900"/>
              <a:gd name="connsiteY0" fmla="*/ 0 h 5491534"/>
              <a:gd name="connsiteX1" fmla="*/ 3493157 w 10423900"/>
              <a:gd name="connsiteY1" fmla="*/ 0 h 5491534"/>
              <a:gd name="connsiteX2" fmla="*/ 3493018 w 10423900"/>
              <a:gd name="connsiteY2" fmla="*/ 31 h 5491534"/>
              <a:gd name="connsiteX3" fmla="*/ 3245493 w 10423900"/>
              <a:gd name="connsiteY3" fmla="*/ 104839 h 5491534"/>
              <a:gd name="connsiteX4" fmla="*/ 4434802 w 10423900"/>
              <a:gd name="connsiteY4" fmla="*/ 284558 h 5491534"/>
              <a:gd name="connsiteX5" fmla="*/ 4011937 w 10423900"/>
              <a:gd name="connsiteY5" fmla="*/ 395559 h 5491534"/>
              <a:gd name="connsiteX6" fmla="*/ 3573213 w 10423900"/>
              <a:gd name="connsiteY6" fmla="*/ 474847 h 5491534"/>
              <a:gd name="connsiteX7" fmla="*/ 3097489 w 10423900"/>
              <a:gd name="connsiteY7" fmla="*/ 532990 h 5491534"/>
              <a:gd name="connsiteX8" fmla="*/ 2664052 w 10423900"/>
              <a:gd name="connsiteY8" fmla="*/ 649279 h 5491534"/>
              <a:gd name="connsiteX9" fmla="*/ 3795218 w 10423900"/>
              <a:gd name="connsiteY9" fmla="*/ 696852 h 5491534"/>
              <a:gd name="connsiteX10" fmla="*/ 3208492 w 10423900"/>
              <a:gd name="connsiteY10" fmla="*/ 802568 h 5491534"/>
              <a:gd name="connsiteX11" fmla="*/ 2727483 w 10423900"/>
              <a:gd name="connsiteY11" fmla="*/ 939999 h 5491534"/>
              <a:gd name="connsiteX12" fmla="*/ 2389190 w 10423900"/>
              <a:gd name="connsiteY12" fmla="*/ 1003429 h 5491534"/>
              <a:gd name="connsiteX13" fmla="*/ 2029754 w 10423900"/>
              <a:gd name="connsiteY13" fmla="*/ 1019287 h 5491534"/>
              <a:gd name="connsiteX14" fmla="*/ 1945181 w 10423900"/>
              <a:gd name="connsiteY14" fmla="*/ 1119716 h 5491534"/>
              <a:gd name="connsiteX15" fmla="*/ 2056184 w 10423900"/>
              <a:gd name="connsiteY15" fmla="*/ 1225434 h 5491534"/>
              <a:gd name="connsiteX16" fmla="*/ 2225329 w 10423900"/>
              <a:gd name="connsiteY16" fmla="*/ 1236004 h 5491534"/>
              <a:gd name="connsiteX17" fmla="*/ 3234920 w 10423900"/>
              <a:gd name="connsiteY17" fmla="*/ 1262435 h 5491534"/>
              <a:gd name="connsiteX18" fmla="*/ 0 w 10423900"/>
              <a:gd name="connsiteY18" fmla="*/ 1495009 h 5491534"/>
              <a:gd name="connsiteX19" fmla="*/ 438724 w 10423900"/>
              <a:gd name="connsiteY19" fmla="*/ 1637728 h 5491534"/>
              <a:gd name="connsiteX20" fmla="*/ 586726 w 10423900"/>
              <a:gd name="connsiteY20" fmla="*/ 2028877 h 5491534"/>
              <a:gd name="connsiteX21" fmla="*/ 1125878 w 10423900"/>
              <a:gd name="connsiteY21" fmla="*/ 2250882 h 5491534"/>
              <a:gd name="connsiteX22" fmla="*/ 1474744 w 10423900"/>
              <a:gd name="connsiteY22" fmla="*/ 2330169 h 5491534"/>
              <a:gd name="connsiteX23" fmla="*/ 2272901 w 10423900"/>
              <a:gd name="connsiteY23" fmla="*/ 2446458 h 5491534"/>
              <a:gd name="connsiteX24" fmla="*/ 2389190 w 10423900"/>
              <a:gd name="connsiteY24" fmla="*/ 2636747 h 5491534"/>
              <a:gd name="connsiteX25" fmla="*/ 2489621 w 10423900"/>
              <a:gd name="connsiteY25" fmla="*/ 2848179 h 5491534"/>
              <a:gd name="connsiteX26" fmla="*/ 2701053 w 10423900"/>
              <a:gd name="connsiteY26" fmla="*/ 2985611 h 5491534"/>
              <a:gd name="connsiteX27" fmla="*/ 1057165 w 10423900"/>
              <a:gd name="connsiteY27" fmla="*/ 2964468 h 5491534"/>
              <a:gd name="connsiteX28" fmla="*/ 2912485 w 10423900"/>
              <a:gd name="connsiteY28" fmla="*/ 3408477 h 5491534"/>
              <a:gd name="connsiteX29" fmla="*/ 2748626 w 10423900"/>
              <a:gd name="connsiteY29" fmla="*/ 3582909 h 5491534"/>
              <a:gd name="connsiteX30" fmla="*/ 3763503 w 10423900"/>
              <a:gd name="connsiteY30" fmla="*/ 3820771 h 5491534"/>
              <a:gd name="connsiteX31" fmla="*/ 3219063 w 10423900"/>
              <a:gd name="connsiteY31" fmla="*/ 3847199 h 5491534"/>
              <a:gd name="connsiteX32" fmla="*/ 6385269 w 10423900"/>
              <a:gd name="connsiteY32" fmla="*/ 4840933 h 5491534"/>
              <a:gd name="connsiteX33" fmla="*/ 10285854 w 10423900"/>
              <a:gd name="connsiteY33" fmla="*/ 5471118 h 5491534"/>
              <a:gd name="connsiteX34" fmla="*/ 10423900 w 10423900"/>
              <a:gd name="connsiteY34" fmla="*/ 5491534 h 549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3900" h="5491534">
                <a:moveTo>
                  <a:pt x="10423900" y="0"/>
                </a:moveTo>
                <a:lnTo>
                  <a:pt x="3493157" y="0"/>
                </a:lnTo>
                <a:lnTo>
                  <a:pt x="3493018" y="31"/>
                </a:lnTo>
                <a:cubicBezTo>
                  <a:pt x="3414969" y="12668"/>
                  <a:pt x="3328744" y="21588"/>
                  <a:pt x="3245493" y="104839"/>
                </a:cubicBezTo>
                <a:cubicBezTo>
                  <a:pt x="3668357" y="162984"/>
                  <a:pt x="4075366" y="51981"/>
                  <a:pt x="4434802" y="284558"/>
                </a:cubicBezTo>
                <a:cubicBezTo>
                  <a:pt x="4302656" y="400846"/>
                  <a:pt x="4154654" y="374416"/>
                  <a:pt x="4011937" y="395559"/>
                </a:cubicBezTo>
                <a:cubicBezTo>
                  <a:pt x="3863934" y="416704"/>
                  <a:pt x="3721217" y="453704"/>
                  <a:pt x="3573213" y="474847"/>
                </a:cubicBezTo>
                <a:cubicBezTo>
                  <a:pt x="3414639" y="501275"/>
                  <a:pt x="3256063" y="506562"/>
                  <a:pt x="3097489" y="532990"/>
                </a:cubicBezTo>
                <a:cubicBezTo>
                  <a:pt x="2965345" y="554135"/>
                  <a:pt x="2822627" y="517133"/>
                  <a:pt x="2664052" y="649279"/>
                </a:cubicBezTo>
                <a:cubicBezTo>
                  <a:pt x="3055203" y="744424"/>
                  <a:pt x="3409352" y="601706"/>
                  <a:pt x="3795218" y="696852"/>
                </a:cubicBezTo>
                <a:cubicBezTo>
                  <a:pt x="3567928" y="781425"/>
                  <a:pt x="3382924" y="754995"/>
                  <a:pt x="3208492" y="802568"/>
                </a:cubicBezTo>
                <a:cubicBezTo>
                  <a:pt x="3049916" y="850140"/>
                  <a:pt x="2859627" y="797282"/>
                  <a:pt x="2727483" y="939999"/>
                </a:cubicBezTo>
                <a:cubicBezTo>
                  <a:pt x="2627052" y="1051000"/>
                  <a:pt x="2521336" y="1066858"/>
                  <a:pt x="2389190" y="1003429"/>
                </a:cubicBezTo>
                <a:cubicBezTo>
                  <a:pt x="2272901" y="945284"/>
                  <a:pt x="2146043" y="961142"/>
                  <a:pt x="2029754" y="1019287"/>
                </a:cubicBezTo>
                <a:cubicBezTo>
                  <a:pt x="1987468" y="1040430"/>
                  <a:pt x="1945181" y="1066858"/>
                  <a:pt x="1945181" y="1119716"/>
                </a:cubicBezTo>
                <a:cubicBezTo>
                  <a:pt x="1945181" y="1193719"/>
                  <a:pt x="1998039" y="1214862"/>
                  <a:pt x="2056184" y="1225434"/>
                </a:cubicBezTo>
                <a:cubicBezTo>
                  <a:pt x="2109042" y="1236004"/>
                  <a:pt x="2172471" y="1246577"/>
                  <a:pt x="2225329" y="1236004"/>
                </a:cubicBezTo>
                <a:cubicBezTo>
                  <a:pt x="2563622" y="1177861"/>
                  <a:pt x="2896629" y="1273005"/>
                  <a:pt x="3234920" y="1262435"/>
                </a:cubicBezTo>
                <a:cubicBezTo>
                  <a:pt x="2172471" y="1489724"/>
                  <a:pt x="1099450" y="1415723"/>
                  <a:pt x="0" y="1495009"/>
                </a:cubicBezTo>
                <a:cubicBezTo>
                  <a:pt x="142717" y="1653583"/>
                  <a:pt x="327721" y="1521439"/>
                  <a:pt x="438724" y="1637728"/>
                </a:cubicBezTo>
                <a:cubicBezTo>
                  <a:pt x="333006" y="1880875"/>
                  <a:pt x="375293" y="2013020"/>
                  <a:pt x="586726" y="2028877"/>
                </a:cubicBezTo>
                <a:cubicBezTo>
                  <a:pt x="792873" y="2044734"/>
                  <a:pt x="1014877" y="1960161"/>
                  <a:pt x="1125878" y="2250882"/>
                </a:cubicBezTo>
                <a:cubicBezTo>
                  <a:pt x="1157593" y="2340740"/>
                  <a:pt x="1353170" y="2314312"/>
                  <a:pt x="1474744" y="2330169"/>
                </a:cubicBezTo>
                <a:cubicBezTo>
                  <a:pt x="1739034" y="2367170"/>
                  <a:pt x="2019183" y="2330169"/>
                  <a:pt x="2272901" y="2446458"/>
                </a:cubicBezTo>
                <a:cubicBezTo>
                  <a:pt x="2373332" y="2488744"/>
                  <a:pt x="2442048" y="2520459"/>
                  <a:pt x="2389190" y="2636747"/>
                </a:cubicBezTo>
                <a:cubicBezTo>
                  <a:pt x="2336332" y="2758321"/>
                  <a:pt x="2405048" y="2800607"/>
                  <a:pt x="2489621" y="2848179"/>
                </a:cubicBezTo>
                <a:cubicBezTo>
                  <a:pt x="2553051" y="2885180"/>
                  <a:pt x="2648195" y="2874609"/>
                  <a:pt x="2701053" y="2985611"/>
                </a:cubicBezTo>
                <a:cubicBezTo>
                  <a:pt x="2146043" y="2969753"/>
                  <a:pt x="1606888" y="2879895"/>
                  <a:pt x="1057165" y="2964468"/>
                </a:cubicBezTo>
                <a:cubicBezTo>
                  <a:pt x="1659748" y="3175900"/>
                  <a:pt x="2320474" y="3165328"/>
                  <a:pt x="2912485" y="3408477"/>
                </a:cubicBezTo>
                <a:cubicBezTo>
                  <a:pt x="2891342" y="3493050"/>
                  <a:pt x="2753911" y="3456048"/>
                  <a:pt x="2748626" y="3582909"/>
                </a:cubicBezTo>
                <a:cubicBezTo>
                  <a:pt x="3060489" y="3715055"/>
                  <a:pt x="3435782" y="3625195"/>
                  <a:pt x="3763503" y="3820771"/>
                </a:cubicBezTo>
                <a:cubicBezTo>
                  <a:pt x="3573213" y="3910629"/>
                  <a:pt x="3398782" y="3762626"/>
                  <a:pt x="3219063" y="3847199"/>
                </a:cubicBezTo>
                <a:cubicBezTo>
                  <a:pt x="3277208" y="3974060"/>
                  <a:pt x="5909545" y="4756360"/>
                  <a:pt x="6385269" y="4840933"/>
                </a:cubicBezTo>
                <a:cubicBezTo>
                  <a:pt x="7171204" y="4982659"/>
                  <a:pt x="9157515" y="5302348"/>
                  <a:pt x="10285854" y="5471118"/>
                </a:cubicBezTo>
                <a:lnTo>
                  <a:pt x="10423900" y="5491534"/>
                </a:lnTo>
                <a:close/>
              </a:path>
            </a:pathLst>
          </a:custGeom>
          <a:solidFill>
            <a:srgbClr val="7EA9B0">
              <a:alpha val="20000"/>
            </a:srgb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D5D824-D827-7C47-A221-577EB46BD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6156" y="365125"/>
            <a:ext cx="5827643" cy="1433433"/>
          </a:xfrm>
        </p:spPr>
        <p:txBody>
          <a:bodyPr anchor="b">
            <a:normAutofit/>
          </a:bodyPr>
          <a:lstStyle/>
          <a:p>
            <a:r>
              <a:rPr lang="en-GB" sz="3700"/>
              <a:t>Model selection &amp; performance indicators</a:t>
            </a:r>
          </a:p>
        </p:txBody>
      </p:sp>
      <p:pic>
        <p:nvPicPr>
          <p:cNvPr id="7" name="Graphic 6" descr="Single gear">
            <a:extLst>
              <a:ext uri="{FF2B5EF4-FFF2-40B4-BE49-F238E27FC236}">
                <a16:creationId xmlns:a16="http://schemas.microsoft.com/office/drawing/2014/main" id="{635B4D85-AB83-4F77-8CEE-A190FBED55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3717" y="2782956"/>
            <a:ext cx="3449030" cy="344903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CFE54C-4B22-474F-A07C-F453358848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6156" y="2055813"/>
            <a:ext cx="5827644" cy="4121149"/>
          </a:xfrm>
        </p:spPr>
        <p:txBody>
          <a:bodyPr anchor="t">
            <a:normAutofit/>
          </a:bodyPr>
          <a:lstStyle/>
          <a:p>
            <a:r>
              <a:rPr lang="en-GB" sz="2400" dirty="0"/>
              <a:t>Binary classification problem (0 Bad/1 Good)</a:t>
            </a:r>
          </a:p>
          <a:p>
            <a:pPr lvl="1"/>
            <a:r>
              <a:rPr lang="en-GB" dirty="0"/>
              <a:t>Logistic regression</a:t>
            </a:r>
          </a:p>
          <a:p>
            <a:pPr lvl="1"/>
            <a:r>
              <a:rPr lang="en-GB" dirty="0"/>
              <a:t>Support Vector Machines</a:t>
            </a:r>
          </a:p>
          <a:p>
            <a:r>
              <a:rPr lang="en-GB" sz="2400" dirty="0"/>
              <a:t>Highly tuneable, </a:t>
            </a:r>
            <a:r>
              <a:rPr lang="en-GB" sz="2400" dirty="0" err="1"/>
              <a:t>GridSearch</a:t>
            </a:r>
            <a:r>
              <a:rPr lang="en-GB" sz="2400" dirty="0"/>
              <a:t> used for parameter sweeps</a:t>
            </a:r>
          </a:p>
          <a:p>
            <a:r>
              <a:rPr lang="en-GB" sz="2400" dirty="0"/>
              <a:t>Accuracy main performance metric</a:t>
            </a:r>
          </a:p>
          <a:p>
            <a:pPr lvl="1"/>
            <a:r>
              <a:rPr lang="en-GB" dirty="0"/>
              <a:t>Confusion matrices</a:t>
            </a:r>
          </a:p>
          <a:p>
            <a:pPr lvl="1"/>
            <a:r>
              <a:rPr lang="en-GB" dirty="0"/>
              <a:t>Correlation measures (F1)</a:t>
            </a:r>
          </a:p>
        </p:txBody>
      </p:sp>
    </p:spTree>
    <p:extLst>
      <p:ext uri="{BB962C8B-B14F-4D97-AF65-F5344CB8AC3E}">
        <p14:creationId xmlns:p14="http://schemas.microsoft.com/office/powerpoint/2010/main" val="26058370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2070828-E616-4355-9C8A-A1065032B2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55161C6-1218-4EAF-A9E9-A319CFD76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5747" y="2116753"/>
            <a:ext cx="4088106" cy="2781653"/>
          </a:xfrm>
          <a:custGeom>
            <a:avLst/>
            <a:gdLst>
              <a:gd name="connsiteX0" fmla="*/ 3362388 w 6230568"/>
              <a:gd name="connsiteY0" fmla="*/ 861 h 4239440"/>
              <a:gd name="connsiteX1" fmla="*/ 4026621 w 6230568"/>
              <a:gd name="connsiteY1" fmla="*/ 15392 h 4239440"/>
              <a:gd name="connsiteX2" fmla="*/ 5114556 w 6230568"/>
              <a:gd name="connsiteY2" fmla="*/ 34130 h 4239440"/>
              <a:gd name="connsiteX3" fmla="*/ 5776495 w 6230568"/>
              <a:gd name="connsiteY3" fmla="*/ 112905 h 4239440"/>
              <a:gd name="connsiteX4" fmla="*/ 5862918 w 6230568"/>
              <a:gd name="connsiteY4" fmla="*/ 141585 h 4239440"/>
              <a:gd name="connsiteX5" fmla="*/ 5840738 w 6230568"/>
              <a:gd name="connsiteY5" fmla="*/ 200475 h 4239440"/>
              <a:gd name="connsiteX6" fmla="*/ 5691219 w 6230568"/>
              <a:gd name="connsiteY6" fmla="*/ 216153 h 4239440"/>
              <a:gd name="connsiteX7" fmla="*/ 5773053 w 6230568"/>
              <a:gd name="connsiteY7" fmla="*/ 260130 h 4239440"/>
              <a:gd name="connsiteX8" fmla="*/ 5593324 w 6230568"/>
              <a:gd name="connsiteY8" fmla="*/ 293781 h 4239440"/>
              <a:gd name="connsiteX9" fmla="*/ 5617033 w 6230568"/>
              <a:gd name="connsiteY9" fmla="*/ 317108 h 4239440"/>
              <a:gd name="connsiteX10" fmla="*/ 5641124 w 6230568"/>
              <a:gd name="connsiteY10" fmla="*/ 339287 h 4239440"/>
              <a:gd name="connsiteX11" fmla="*/ 5299256 w 6230568"/>
              <a:gd name="connsiteY11" fmla="*/ 396265 h 4239440"/>
              <a:gd name="connsiteX12" fmla="*/ 5703073 w 6230568"/>
              <a:gd name="connsiteY12" fmla="*/ 500661 h 4239440"/>
              <a:gd name="connsiteX13" fmla="*/ 5629652 w 6230568"/>
              <a:gd name="connsiteY13" fmla="*/ 556874 h 4239440"/>
              <a:gd name="connsiteX14" fmla="*/ 5862918 w 6230568"/>
              <a:gd name="connsiteY14" fmla="*/ 645591 h 4239440"/>
              <a:gd name="connsiteX15" fmla="*/ 6052207 w 6230568"/>
              <a:gd name="connsiteY15" fmla="*/ 756106 h 4239440"/>
              <a:gd name="connsiteX16" fmla="*/ 6158515 w 6230568"/>
              <a:gd name="connsiteY16" fmla="*/ 901419 h 4239440"/>
              <a:gd name="connsiteX17" fmla="*/ 6195990 w 6230568"/>
              <a:gd name="connsiteY17" fmla="*/ 966427 h 4239440"/>
              <a:gd name="connsiteX18" fmla="*/ 6229642 w 6230568"/>
              <a:gd name="connsiteY18" fmla="*/ 1034878 h 4239440"/>
              <a:gd name="connsiteX19" fmla="*/ 6171516 w 6230568"/>
              <a:gd name="connsiteY19" fmla="*/ 1102946 h 4239440"/>
              <a:gd name="connsiteX20" fmla="*/ 6133659 w 6230568"/>
              <a:gd name="connsiteY20" fmla="*/ 1185545 h 4239440"/>
              <a:gd name="connsiteX21" fmla="*/ 6168458 w 6230568"/>
              <a:gd name="connsiteY21" fmla="*/ 1234110 h 4239440"/>
              <a:gd name="connsiteX22" fmla="*/ 6169222 w 6230568"/>
              <a:gd name="connsiteY22" fmla="*/ 1342712 h 4239440"/>
              <a:gd name="connsiteX23" fmla="*/ 6145131 w 6230568"/>
              <a:gd name="connsiteY23" fmla="*/ 1393954 h 4239440"/>
              <a:gd name="connsiteX24" fmla="*/ 6071709 w 6230568"/>
              <a:gd name="connsiteY24" fmla="*/ 1505233 h 4239440"/>
              <a:gd name="connsiteX25" fmla="*/ 6009378 w 6230568"/>
              <a:gd name="connsiteY25" fmla="*/ 1530089 h 4239440"/>
              <a:gd name="connsiteX26" fmla="*/ 6015879 w 6230568"/>
              <a:gd name="connsiteY26" fmla="*/ 1979030 h 4239440"/>
              <a:gd name="connsiteX27" fmla="*/ 6061385 w 6230568"/>
              <a:gd name="connsiteY27" fmla="*/ 2196234 h 4239440"/>
              <a:gd name="connsiteX28" fmla="*/ 6029263 w 6230568"/>
              <a:gd name="connsiteY28" fmla="*/ 2440972 h 4239440"/>
              <a:gd name="connsiteX29" fmla="*/ 6135571 w 6230568"/>
              <a:gd name="connsiteY29" fmla="*/ 2621848 h 4239440"/>
              <a:gd name="connsiteX30" fmla="*/ 6091594 w 6230568"/>
              <a:gd name="connsiteY30" fmla="*/ 2691446 h 4239440"/>
              <a:gd name="connsiteX31" fmla="*/ 6215493 w 6230568"/>
              <a:gd name="connsiteY31" fmla="*/ 2769456 h 4239440"/>
              <a:gd name="connsiteX32" fmla="*/ 6100389 w 6230568"/>
              <a:gd name="connsiteY32" fmla="*/ 2880352 h 4239440"/>
              <a:gd name="connsiteX33" fmla="*/ 5909953 w 6230568"/>
              <a:gd name="connsiteY33" fmla="*/ 3053963 h 4239440"/>
              <a:gd name="connsiteX34" fmla="*/ 5741696 w 6230568"/>
              <a:gd name="connsiteY34" fmla="*/ 3798118 h 4239440"/>
              <a:gd name="connsiteX35" fmla="*/ 5493899 w 6230568"/>
              <a:gd name="connsiteY35" fmla="*/ 4026795 h 4239440"/>
              <a:gd name="connsiteX36" fmla="*/ 3773471 w 6230568"/>
              <a:gd name="connsiteY36" fmla="*/ 4239028 h 4239440"/>
              <a:gd name="connsiteX37" fmla="*/ 2569285 w 6230568"/>
              <a:gd name="connsiteY37" fmla="*/ 4103275 h 4239440"/>
              <a:gd name="connsiteX38" fmla="*/ 2693948 w 6230568"/>
              <a:gd name="connsiteY38" fmla="*/ 4061593 h 4239440"/>
              <a:gd name="connsiteX39" fmla="*/ 2588788 w 6230568"/>
              <a:gd name="connsiteY39" fmla="*/ 4062358 h 4239440"/>
              <a:gd name="connsiteX40" fmla="*/ 2300073 w 6230568"/>
              <a:gd name="connsiteY40" fmla="*/ 4008822 h 4239440"/>
              <a:gd name="connsiteX41" fmla="*/ 1508500 w 6230568"/>
              <a:gd name="connsiteY41" fmla="*/ 3798118 h 4239440"/>
              <a:gd name="connsiteX42" fmla="*/ 1061089 w 6230568"/>
              <a:gd name="connsiteY42" fmla="*/ 3697546 h 4239440"/>
              <a:gd name="connsiteX43" fmla="*/ 939102 w 6230568"/>
              <a:gd name="connsiteY43" fmla="*/ 3648216 h 4239440"/>
              <a:gd name="connsiteX44" fmla="*/ 1243495 w 6230568"/>
              <a:gd name="connsiteY44" fmla="*/ 3624890 h 4239440"/>
              <a:gd name="connsiteX45" fmla="*/ 1083651 w 6230568"/>
              <a:gd name="connsiteY45" fmla="*/ 3595827 h 4239440"/>
              <a:gd name="connsiteX46" fmla="*/ 966636 w 6230568"/>
              <a:gd name="connsiteY46" fmla="*/ 3605770 h 4239440"/>
              <a:gd name="connsiteX47" fmla="*/ 885566 w 6230568"/>
              <a:gd name="connsiteY47" fmla="*/ 3609976 h 4239440"/>
              <a:gd name="connsiteX48" fmla="*/ 641976 w 6230568"/>
              <a:gd name="connsiteY48" fmla="*/ 3567912 h 4239440"/>
              <a:gd name="connsiteX49" fmla="*/ 399533 w 6230568"/>
              <a:gd name="connsiteY49" fmla="*/ 3583590 h 4239440"/>
              <a:gd name="connsiteX50" fmla="*/ 409093 w 6230568"/>
              <a:gd name="connsiteY50" fmla="*/ 3548792 h 4239440"/>
              <a:gd name="connsiteX51" fmla="*/ 792642 w 6230568"/>
              <a:gd name="connsiteY51" fmla="*/ 3417628 h 4239440"/>
              <a:gd name="connsiteX52" fmla="*/ 771610 w 6230568"/>
              <a:gd name="connsiteY52" fmla="*/ 3345736 h 4239440"/>
              <a:gd name="connsiteX53" fmla="*/ 945986 w 6230568"/>
              <a:gd name="connsiteY53" fmla="*/ 3317056 h 4239440"/>
              <a:gd name="connsiteX54" fmla="*/ 892449 w 6230568"/>
              <a:gd name="connsiteY54" fmla="*/ 3285316 h 4239440"/>
              <a:gd name="connsiteX55" fmla="*/ 949045 w 6230568"/>
              <a:gd name="connsiteY55" fmla="*/ 3262755 h 4239440"/>
              <a:gd name="connsiteX56" fmla="*/ 1252673 w 6230568"/>
              <a:gd name="connsiteY56" fmla="*/ 3200041 h 4239440"/>
              <a:gd name="connsiteX57" fmla="*/ 388825 w 6230568"/>
              <a:gd name="connsiteY57" fmla="*/ 3176714 h 4239440"/>
              <a:gd name="connsiteX58" fmla="*/ 127644 w 6230568"/>
              <a:gd name="connsiteY58" fmla="*/ 3111323 h 4239440"/>
              <a:gd name="connsiteX59" fmla="*/ 437008 w 6230568"/>
              <a:gd name="connsiteY59" fmla="*/ 2921652 h 4239440"/>
              <a:gd name="connsiteX60" fmla="*/ 601441 w 6230568"/>
              <a:gd name="connsiteY60" fmla="*/ 2840965 h 4239440"/>
              <a:gd name="connsiteX61" fmla="*/ 330700 w 6230568"/>
              <a:gd name="connsiteY61" fmla="*/ 2859320 h 4239440"/>
              <a:gd name="connsiteX62" fmla="*/ 534521 w 6230568"/>
              <a:gd name="connsiteY62" fmla="*/ 2720126 h 4239440"/>
              <a:gd name="connsiteX63" fmla="*/ 492839 w 6230568"/>
              <a:gd name="connsiteY63" fmla="*/ 2694505 h 4239440"/>
              <a:gd name="connsiteX64" fmla="*/ 416358 w 6230568"/>
              <a:gd name="connsiteY64" fmla="*/ 2677297 h 4239440"/>
              <a:gd name="connsiteX65" fmla="*/ 761285 w 6230568"/>
              <a:gd name="connsiteY65" fmla="*/ 2589726 h 4239440"/>
              <a:gd name="connsiteX66" fmla="*/ 664920 w 6230568"/>
              <a:gd name="connsiteY66" fmla="*/ 2466593 h 4239440"/>
              <a:gd name="connsiteX67" fmla="*/ 740253 w 6230568"/>
              <a:gd name="connsiteY67" fmla="*/ 2438677 h 4239440"/>
              <a:gd name="connsiteX68" fmla="*/ 650006 w 6230568"/>
              <a:gd name="connsiteY68" fmla="*/ 2435236 h 4239440"/>
              <a:gd name="connsiteX69" fmla="*/ 578879 w 6230568"/>
              <a:gd name="connsiteY69" fmla="*/ 2435618 h 4239440"/>
              <a:gd name="connsiteX70" fmla="*/ 451157 w 6230568"/>
              <a:gd name="connsiteY70" fmla="*/ 2404644 h 4239440"/>
              <a:gd name="connsiteX71" fmla="*/ 2216 w 6230568"/>
              <a:gd name="connsiteY71" fmla="*/ 2456650 h 4239440"/>
              <a:gd name="connsiteX72" fmla="*/ 97052 w 6230568"/>
              <a:gd name="connsiteY72" fmla="*/ 2383611 h 4239440"/>
              <a:gd name="connsiteX73" fmla="*/ 210626 w 6230568"/>
              <a:gd name="connsiteY73" fmla="*/ 2341930 h 4239440"/>
              <a:gd name="connsiteX74" fmla="*/ 57282 w 6230568"/>
              <a:gd name="connsiteY74" fmla="*/ 2319750 h 4239440"/>
              <a:gd name="connsiteX75" fmla="*/ 365499 w 6230568"/>
              <a:gd name="connsiteY75" fmla="*/ 2250153 h 4239440"/>
              <a:gd name="connsiteX76" fmla="*/ 290548 w 6230568"/>
              <a:gd name="connsiteY76" fmla="*/ 2187821 h 4239440"/>
              <a:gd name="connsiteX77" fmla="*/ 482896 w 6230568"/>
              <a:gd name="connsiteY77" fmla="*/ 1906755 h 4239440"/>
              <a:gd name="connsiteX78" fmla="*/ 867211 w 6230568"/>
              <a:gd name="connsiteY78" fmla="*/ 1747294 h 4239440"/>
              <a:gd name="connsiteX79" fmla="*/ 1063766 w 6230568"/>
              <a:gd name="connsiteY79" fmla="*/ 1734674 h 4239440"/>
              <a:gd name="connsiteX80" fmla="*/ 1008701 w 6230568"/>
              <a:gd name="connsiteY80" fmla="*/ 1683432 h 4239440"/>
              <a:gd name="connsiteX81" fmla="*/ 1152865 w 6230568"/>
              <a:gd name="connsiteY81" fmla="*/ 1394719 h 4239440"/>
              <a:gd name="connsiteX82" fmla="*/ 998376 w 6230568"/>
              <a:gd name="connsiteY82" fmla="*/ 1411927 h 4239440"/>
              <a:gd name="connsiteX83" fmla="*/ 206419 w 6230568"/>
              <a:gd name="connsiteY83" fmla="*/ 1424164 h 4239440"/>
              <a:gd name="connsiteX84" fmla="*/ 128027 w 6230568"/>
              <a:gd name="connsiteY84" fmla="*/ 1413074 h 4239440"/>
              <a:gd name="connsiteX85" fmla="*/ 672950 w 6230568"/>
              <a:gd name="connsiteY85" fmla="*/ 1268143 h 4239440"/>
              <a:gd name="connsiteX86" fmla="*/ 457658 w 6230568"/>
              <a:gd name="connsiteY86" fmla="*/ 1229138 h 4239440"/>
              <a:gd name="connsiteX87" fmla="*/ 407945 w 6230568"/>
              <a:gd name="connsiteY87" fmla="*/ 1213459 h 4239440"/>
              <a:gd name="connsiteX88" fmla="*/ 453451 w 6230568"/>
              <a:gd name="connsiteY88" fmla="*/ 1172924 h 4239440"/>
              <a:gd name="connsiteX89" fmla="*/ 568172 w 6230568"/>
              <a:gd name="connsiteY89" fmla="*/ 1132007 h 4239440"/>
              <a:gd name="connsiteX90" fmla="*/ 255367 w 6230568"/>
              <a:gd name="connsiteY90" fmla="*/ 1190898 h 4239440"/>
              <a:gd name="connsiteX91" fmla="*/ 277546 w 6230568"/>
              <a:gd name="connsiteY91" fmla="*/ 1128567 h 4239440"/>
              <a:gd name="connsiteX92" fmla="*/ 246572 w 6230568"/>
              <a:gd name="connsiteY92" fmla="*/ 1072353 h 4239440"/>
              <a:gd name="connsiteX93" fmla="*/ 422859 w 6230568"/>
              <a:gd name="connsiteY93" fmla="*/ 1000078 h 4239440"/>
              <a:gd name="connsiteX94" fmla="*/ 668362 w 6230568"/>
              <a:gd name="connsiteY94" fmla="*/ 858972 h 4239440"/>
              <a:gd name="connsiteX95" fmla="*/ 914629 w 6230568"/>
              <a:gd name="connsiteY95" fmla="*/ 768725 h 4239440"/>
              <a:gd name="connsiteX96" fmla="*/ 1117684 w 6230568"/>
              <a:gd name="connsiteY96" fmla="*/ 688420 h 4239440"/>
              <a:gd name="connsiteX97" fmla="*/ 928778 w 6230568"/>
              <a:gd name="connsiteY97" fmla="*/ 701040 h 4239440"/>
              <a:gd name="connsiteX98" fmla="*/ 1243877 w 6230568"/>
              <a:gd name="connsiteY98" fmla="*/ 574464 h 4239440"/>
              <a:gd name="connsiteX99" fmla="*/ 1291678 w 6230568"/>
              <a:gd name="connsiteY99" fmla="*/ 566434 h 4239440"/>
              <a:gd name="connsiteX100" fmla="*/ 1797596 w 6230568"/>
              <a:gd name="connsiteY100" fmla="*/ 476952 h 4239440"/>
              <a:gd name="connsiteX101" fmla="*/ 1895491 w 6230568"/>
              <a:gd name="connsiteY101" fmla="*/ 432593 h 4239440"/>
              <a:gd name="connsiteX102" fmla="*/ 1782682 w 6230568"/>
              <a:gd name="connsiteY102" fmla="*/ 423033 h 4239440"/>
              <a:gd name="connsiteX103" fmla="*/ 1406781 w 6230568"/>
              <a:gd name="connsiteY103" fmla="*/ 449419 h 4239440"/>
              <a:gd name="connsiteX104" fmla="*/ 1662226 w 6230568"/>
              <a:gd name="connsiteY104" fmla="*/ 393970 h 4239440"/>
              <a:gd name="connsiteX105" fmla="*/ 1383837 w 6230568"/>
              <a:gd name="connsiteY105" fmla="*/ 376762 h 4239440"/>
              <a:gd name="connsiteX106" fmla="*/ 1318063 w 6230568"/>
              <a:gd name="connsiteY106" fmla="*/ 333168 h 4239440"/>
              <a:gd name="connsiteX107" fmla="*/ 1365099 w 6230568"/>
              <a:gd name="connsiteY107" fmla="*/ 290722 h 4239440"/>
              <a:gd name="connsiteX108" fmla="*/ 1536798 w 6230568"/>
              <a:gd name="connsiteY108" fmla="*/ 244069 h 4239440"/>
              <a:gd name="connsiteX109" fmla="*/ 1711938 w 6230568"/>
              <a:gd name="connsiteY109" fmla="*/ 175619 h 4239440"/>
              <a:gd name="connsiteX110" fmla="*/ 2273687 w 6230568"/>
              <a:gd name="connsiteY110" fmla="*/ 78488 h 4239440"/>
              <a:gd name="connsiteX111" fmla="*/ 2646913 w 6230568"/>
              <a:gd name="connsiteY111" fmla="*/ 46749 h 4239440"/>
              <a:gd name="connsiteX112" fmla="*/ 3362388 w 6230568"/>
              <a:gd name="connsiteY112" fmla="*/ 861 h 4239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230568" h="4239440">
                <a:moveTo>
                  <a:pt x="3362388" y="861"/>
                </a:moveTo>
                <a:cubicBezTo>
                  <a:pt x="3584946" y="-3346"/>
                  <a:pt x="3805210" y="8891"/>
                  <a:pt x="4026621" y="15392"/>
                </a:cubicBezTo>
                <a:cubicBezTo>
                  <a:pt x="4388374" y="26482"/>
                  <a:pt x="4752039" y="26099"/>
                  <a:pt x="5114556" y="34130"/>
                </a:cubicBezTo>
                <a:cubicBezTo>
                  <a:pt x="5340556" y="39101"/>
                  <a:pt x="5563879" y="57074"/>
                  <a:pt x="5776495" y="112905"/>
                </a:cubicBezTo>
                <a:cubicBezTo>
                  <a:pt x="5806322" y="120935"/>
                  <a:pt x="5839973" y="122465"/>
                  <a:pt x="5862918" y="141585"/>
                </a:cubicBezTo>
                <a:cubicBezTo>
                  <a:pt x="5888539" y="162999"/>
                  <a:pt x="5878214" y="194356"/>
                  <a:pt x="5840738" y="200475"/>
                </a:cubicBezTo>
                <a:cubicBezTo>
                  <a:pt x="5792938" y="208505"/>
                  <a:pt x="5743991" y="210800"/>
                  <a:pt x="5691219" y="216153"/>
                </a:cubicBezTo>
                <a:cubicBezTo>
                  <a:pt x="5711486" y="245598"/>
                  <a:pt x="5760434" y="223419"/>
                  <a:pt x="5773053" y="260130"/>
                </a:cubicBezTo>
                <a:cubicBezTo>
                  <a:pt x="5716458" y="285368"/>
                  <a:pt x="5648008" y="268925"/>
                  <a:pt x="5593324" y="293781"/>
                </a:cubicBezTo>
                <a:cubicBezTo>
                  <a:pt x="5594854" y="310989"/>
                  <a:pt x="5607090" y="312519"/>
                  <a:pt x="5617033" y="317108"/>
                </a:cubicBezTo>
                <a:cubicBezTo>
                  <a:pt x="5626976" y="321314"/>
                  <a:pt x="5651831" y="315196"/>
                  <a:pt x="5641124" y="339287"/>
                </a:cubicBezTo>
                <a:cubicBezTo>
                  <a:pt x="5527551" y="353818"/>
                  <a:pt x="5418949" y="403148"/>
                  <a:pt x="5299256" y="396265"/>
                </a:cubicBezTo>
                <a:cubicBezTo>
                  <a:pt x="5447247" y="409649"/>
                  <a:pt x="5572292" y="464333"/>
                  <a:pt x="5703073" y="500661"/>
                </a:cubicBezTo>
                <a:cubicBezTo>
                  <a:pt x="5697720" y="543490"/>
                  <a:pt x="5644949" y="526282"/>
                  <a:pt x="5629652" y="556874"/>
                </a:cubicBezTo>
                <a:cubicBezTo>
                  <a:pt x="5713398" y="578288"/>
                  <a:pt x="5793703" y="603527"/>
                  <a:pt x="5862918" y="645591"/>
                </a:cubicBezTo>
                <a:cubicBezTo>
                  <a:pt x="5925250" y="683449"/>
                  <a:pt x="5984521" y="725131"/>
                  <a:pt x="6052207" y="756106"/>
                </a:cubicBezTo>
                <a:cubicBezTo>
                  <a:pt x="6123334" y="788611"/>
                  <a:pt x="6166545" y="830293"/>
                  <a:pt x="6158515" y="901419"/>
                </a:cubicBezTo>
                <a:cubicBezTo>
                  <a:pt x="6155073" y="930482"/>
                  <a:pt x="6164251" y="954955"/>
                  <a:pt x="6195990" y="966427"/>
                </a:cubicBezTo>
                <a:cubicBezTo>
                  <a:pt x="6235378" y="980576"/>
                  <a:pt x="6231172" y="1001990"/>
                  <a:pt x="6229642" y="1034878"/>
                </a:cubicBezTo>
                <a:cubicBezTo>
                  <a:pt x="6227347" y="1074265"/>
                  <a:pt x="6207080" y="1089562"/>
                  <a:pt x="6171516" y="1102946"/>
                </a:cubicBezTo>
                <a:cubicBezTo>
                  <a:pt x="6120657" y="1121682"/>
                  <a:pt x="6120274" y="1150745"/>
                  <a:pt x="6133659" y="1185545"/>
                </a:cubicBezTo>
                <a:cubicBezTo>
                  <a:pt x="6140925" y="1204664"/>
                  <a:pt x="6152014" y="1219961"/>
                  <a:pt x="6168458" y="1234110"/>
                </a:cubicBezTo>
                <a:cubicBezTo>
                  <a:pt x="6225435" y="1283439"/>
                  <a:pt x="6225053" y="1284204"/>
                  <a:pt x="6169222" y="1342712"/>
                </a:cubicBezTo>
                <a:cubicBezTo>
                  <a:pt x="6154308" y="1358390"/>
                  <a:pt x="6138247" y="1368715"/>
                  <a:pt x="6145131" y="1393954"/>
                </a:cubicBezTo>
                <a:cubicBezTo>
                  <a:pt x="6168458" y="1477700"/>
                  <a:pt x="6165398" y="1477700"/>
                  <a:pt x="6071709" y="1505233"/>
                </a:cubicBezTo>
                <a:cubicBezTo>
                  <a:pt x="6050295" y="1511734"/>
                  <a:pt x="6021615" y="1505998"/>
                  <a:pt x="6009378" y="1530089"/>
                </a:cubicBezTo>
                <a:cubicBezTo>
                  <a:pt x="6017026" y="1547680"/>
                  <a:pt x="5999053" y="1972146"/>
                  <a:pt x="6015879" y="1979030"/>
                </a:cubicBezTo>
                <a:cubicBezTo>
                  <a:pt x="6147425" y="2032948"/>
                  <a:pt x="6163868" y="2096427"/>
                  <a:pt x="6061385" y="2196234"/>
                </a:cubicBezTo>
                <a:cubicBezTo>
                  <a:pt x="5992552" y="2263155"/>
                  <a:pt x="6000582" y="2372522"/>
                  <a:pt x="6029263" y="2440972"/>
                </a:cubicBezTo>
                <a:cubicBezTo>
                  <a:pt x="6137482" y="2471182"/>
                  <a:pt x="6113774" y="2551486"/>
                  <a:pt x="6135571" y="2621848"/>
                </a:cubicBezTo>
                <a:cubicBezTo>
                  <a:pt x="6151632" y="2674620"/>
                  <a:pt x="6088535" y="2667354"/>
                  <a:pt x="6091594" y="2691446"/>
                </a:cubicBezTo>
                <a:cubicBezTo>
                  <a:pt x="6131364" y="2720508"/>
                  <a:pt x="6184518" y="2729686"/>
                  <a:pt x="6215493" y="2769456"/>
                </a:cubicBezTo>
                <a:cubicBezTo>
                  <a:pt x="6159662" y="2798518"/>
                  <a:pt x="6131364" y="2839435"/>
                  <a:pt x="6100389" y="2880352"/>
                </a:cubicBezTo>
                <a:cubicBezTo>
                  <a:pt x="6050295" y="2946890"/>
                  <a:pt x="5982227" y="3003103"/>
                  <a:pt x="5909953" y="3053963"/>
                </a:cubicBezTo>
                <a:cubicBezTo>
                  <a:pt x="5873243" y="3408068"/>
                  <a:pt x="5754698" y="3779763"/>
                  <a:pt x="5741696" y="3798118"/>
                </a:cubicBezTo>
                <a:cubicBezTo>
                  <a:pt x="5688160" y="3792764"/>
                  <a:pt x="5584146" y="4006910"/>
                  <a:pt x="5493899" y="4026795"/>
                </a:cubicBezTo>
                <a:cubicBezTo>
                  <a:pt x="5399063" y="4048592"/>
                  <a:pt x="3988763" y="4249736"/>
                  <a:pt x="3773471" y="4239028"/>
                </a:cubicBezTo>
                <a:cubicBezTo>
                  <a:pt x="2603319" y="4182050"/>
                  <a:pt x="2569285" y="4103275"/>
                  <a:pt x="2569285" y="4103275"/>
                </a:cubicBezTo>
                <a:cubicBezTo>
                  <a:pt x="2569285" y="4103275"/>
                  <a:pt x="2635823" y="4083773"/>
                  <a:pt x="2693948" y="4061593"/>
                </a:cubicBezTo>
                <a:cubicBezTo>
                  <a:pt x="2658767" y="4062741"/>
                  <a:pt x="2623587" y="4063505"/>
                  <a:pt x="2588788" y="4062358"/>
                </a:cubicBezTo>
                <a:cubicBezTo>
                  <a:pt x="2319193" y="4054328"/>
                  <a:pt x="2565461" y="4039414"/>
                  <a:pt x="2300073" y="4008822"/>
                </a:cubicBezTo>
                <a:cubicBezTo>
                  <a:pt x="1852280" y="3957198"/>
                  <a:pt x="1919582" y="3943813"/>
                  <a:pt x="1508500" y="3798118"/>
                </a:cubicBezTo>
                <a:cubicBezTo>
                  <a:pt x="1472171" y="3785116"/>
                  <a:pt x="1217109" y="3706342"/>
                  <a:pt x="1061089" y="3697546"/>
                </a:cubicBezTo>
                <a:cubicBezTo>
                  <a:pt x="1019790" y="3695252"/>
                  <a:pt x="974667" y="3696017"/>
                  <a:pt x="939102" y="3648216"/>
                </a:cubicBezTo>
                <a:cubicBezTo>
                  <a:pt x="1048088" y="3649746"/>
                  <a:pt x="1141776" y="3649746"/>
                  <a:pt x="1243495" y="3624890"/>
                </a:cubicBezTo>
                <a:cubicBezTo>
                  <a:pt x="1189194" y="3590473"/>
                  <a:pt x="1126862" y="3619919"/>
                  <a:pt x="1083651" y="3595827"/>
                </a:cubicBezTo>
                <a:cubicBezTo>
                  <a:pt x="1043116" y="3573648"/>
                  <a:pt x="1007935" y="3570589"/>
                  <a:pt x="966636" y="3605770"/>
                </a:cubicBezTo>
                <a:cubicBezTo>
                  <a:pt x="945221" y="3624125"/>
                  <a:pt x="907363" y="3620683"/>
                  <a:pt x="885566" y="3609976"/>
                </a:cubicBezTo>
                <a:cubicBezTo>
                  <a:pt x="768933" y="3552233"/>
                  <a:pt x="771610" y="3552998"/>
                  <a:pt x="641976" y="3567912"/>
                </a:cubicBezTo>
                <a:cubicBezTo>
                  <a:pt x="559377" y="3577089"/>
                  <a:pt x="475248" y="3593533"/>
                  <a:pt x="399533" y="3583590"/>
                </a:cubicBezTo>
                <a:cubicBezTo>
                  <a:pt x="389973" y="3561793"/>
                  <a:pt x="398385" y="3551851"/>
                  <a:pt x="409093" y="3548792"/>
                </a:cubicBezTo>
                <a:cubicBezTo>
                  <a:pt x="583468" y="3501374"/>
                  <a:pt x="615972" y="3447073"/>
                  <a:pt x="792642" y="3417628"/>
                </a:cubicBezTo>
                <a:cubicBezTo>
                  <a:pt x="805644" y="3384359"/>
                  <a:pt x="741400" y="3378622"/>
                  <a:pt x="771610" y="3345736"/>
                </a:cubicBezTo>
                <a:cubicBezTo>
                  <a:pt x="826676" y="3320115"/>
                  <a:pt x="891302" y="3350325"/>
                  <a:pt x="945986" y="3317056"/>
                </a:cubicBezTo>
                <a:cubicBezTo>
                  <a:pt x="936426" y="3293347"/>
                  <a:pt x="890537" y="3310555"/>
                  <a:pt x="892449" y="3285316"/>
                </a:cubicBezTo>
                <a:cubicBezTo>
                  <a:pt x="894744" y="3256254"/>
                  <a:pt x="926866" y="3260843"/>
                  <a:pt x="949045" y="3262755"/>
                </a:cubicBezTo>
                <a:cubicBezTo>
                  <a:pt x="1056500" y="3272697"/>
                  <a:pt x="1149806" y="3218396"/>
                  <a:pt x="1252673" y="3200041"/>
                </a:cubicBezTo>
                <a:cubicBezTo>
                  <a:pt x="1142923" y="3154152"/>
                  <a:pt x="503164" y="3190863"/>
                  <a:pt x="388825" y="3176714"/>
                </a:cubicBezTo>
                <a:cubicBezTo>
                  <a:pt x="269133" y="3162183"/>
                  <a:pt x="78697" y="3123560"/>
                  <a:pt x="127644" y="3111323"/>
                </a:cubicBezTo>
                <a:cubicBezTo>
                  <a:pt x="183093" y="3097175"/>
                  <a:pt x="380795" y="2929300"/>
                  <a:pt x="437008" y="2921652"/>
                </a:cubicBezTo>
                <a:cubicBezTo>
                  <a:pt x="502399" y="2912857"/>
                  <a:pt x="515401" y="2901002"/>
                  <a:pt x="601441" y="2840965"/>
                </a:cubicBezTo>
                <a:cubicBezTo>
                  <a:pt x="658037" y="2801577"/>
                  <a:pt x="422477" y="2887235"/>
                  <a:pt x="330700" y="2859320"/>
                </a:cubicBezTo>
                <a:cubicBezTo>
                  <a:pt x="297049" y="2848995"/>
                  <a:pt x="534521" y="2740010"/>
                  <a:pt x="534521" y="2720126"/>
                </a:cubicBezTo>
                <a:cubicBezTo>
                  <a:pt x="534521" y="2699093"/>
                  <a:pt x="513106" y="2694505"/>
                  <a:pt x="492839" y="2694505"/>
                </a:cubicBezTo>
                <a:cubicBezTo>
                  <a:pt x="447715" y="2694505"/>
                  <a:pt x="461482" y="2676149"/>
                  <a:pt x="416358" y="2677297"/>
                </a:cubicBezTo>
                <a:cubicBezTo>
                  <a:pt x="548670" y="2624143"/>
                  <a:pt x="630504" y="2638292"/>
                  <a:pt x="761285" y="2589726"/>
                </a:cubicBezTo>
                <a:cubicBezTo>
                  <a:pt x="825147" y="2566017"/>
                  <a:pt x="599147" y="2487242"/>
                  <a:pt x="664920" y="2466593"/>
                </a:cubicBezTo>
                <a:cubicBezTo>
                  <a:pt x="689776" y="2458562"/>
                  <a:pt x="723045" y="2466975"/>
                  <a:pt x="740253" y="2438677"/>
                </a:cubicBezTo>
                <a:cubicBezTo>
                  <a:pt x="713103" y="2416116"/>
                  <a:pt x="677157" y="2426058"/>
                  <a:pt x="650006" y="2435236"/>
                </a:cubicBezTo>
                <a:cubicBezTo>
                  <a:pt x="580791" y="2458945"/>
                  <a:pt x="585763" y="2453209"/>
                  <a:pt x="578879" y="2435618"/>
                </a:cubicBezTo>
                <a:cubicBezTo>
                  <a:pt x="556318" y="2375581"/>
                  <a:pt x="500487" y="2394701"/>
                  <a:pt x="451157" y="2404644"/>
                </a:cubicBezTo>
                <a:cubicBezTo>
                  <a:pt x="302020" y="2434471"/>
                  <a:pt x="150971" y="2426058"/>
                  <a:pt x="2216" y="2456650"/>
                </a:cubicBezTo>
                <a:cubicBezTo>
                  <a:pt x="-13844" y="2460092"/>
                  <a:pt x="61489" y="2391642"/>
                  <a:pt x="97052" y="2383611"/>
                </a:cubicBezTo>
                <a:cubicBezTo>
                  <a:pt x="135675" y="2375199"/>
                  <a:pt x="183093" y="2381317"/>
                  <a:pt x="210626" y="2341930"/>
                </a:cubicBezTo>
                <a:cubicBezTo>
                  <a:pt x="161678" y="2331987"/>
                  <a:pt x="105848" y="2351107"/>
                  <a:pt x="57282" y="2319750"/>
                </a:cubicBezTo>
                <a:cubicBezTo>
                  <a:pt x="165120" y="2276539"/>
                  <a:pt x="272575" y="2278068"/>
                  <a:pt x="365499" y="2250153"/>
                </a:cubicBezTo>
                <a:cubicBezTo>
                  <a:pt x="373912" y="2198529"/>
                  <a:pt x="312727" y="2217266"/>
                  <a:pt x="290548" y="2187821"/>
                </a:cubicBezTo>
                <a:cubicBezTo>
                  <a:pt x="990345" y="2137344"/>
                  <a:pt x="599529" y="1988207"/>
                  <a:pt x="482896" y="1906755"/>
                </a:cubicBezTo>
                <a:cubicBezTo>
                  <a:pt x="443891" y="1879605"/>
                  <a:pt x="853827" y="1750735"/>
                  <a:pt x="867211" y="1747294"/>
                </a:cubicBezTo>
                <a:cubicBezTo>
                  <a:pt x="901245" y="1739263"/>
                  <a:pt x="1036233" y="1744999"/>
                  <a:pt x="1063766" y="1734674"/>
                </a:cubicBezTo>
                <a:cubicBezTo>
                  <a:pt x="1098947" y="1721673"/>
                  <a:pt x="982696" y="1699111"/>
                  <a:pt x="1008701" y="1683432"/>
                </a:cubicBezTo>
                <a:cubicBezTo>
                  <a:pt x="1191107" y="1572918"/>
                  <a:pt x="1204107" y="1406573"/>
                  <a:pt x="1152865" y="1394719"/>
                </a:cubicBezTo>
                <a:cubicBezTo>
                  <a:pt x="1099712" y="1382482"/>
                  <a:pt x="1047706" y="1392042"/>
                  <a:pt x="998376" y="1411927"/>
                </a:cubicBezTo>
                <a:cubicBezTo>
                  <a:pt x="918070" y="1444431"/>
                  <a:pt x="362057" y="1398160"/>
                  <a:pt x="206419" y="1424164"/>
                </a:cubicBezTo>
                <a:cubicBezTo>
                  <a:pt x="182710" y="1427988"/>
                  <a:pt x="150589" y="1445196"/>
                  <a:pt x="128027" y="1413074"/>
                </a:cubicBezTo>
                <a:cubicBezTo>
                  <a:pt x="288254" y="1309060"/>
                  <a:pt x="493986" y="1338888"/>
                  <a:pt x="672950" y="1268143"/>
                </a:cubicBezTo>
                <a:cubicBezTo>
                  <a:pt x="602588" y="1219578"/>
                  <a:pt x="531079" y="1221873"/>
                  <a:pt x="457658" y="1229138"/>
                </a:cubicBezTo>
                <a:cubicBezTo>
                  <a:pt x="438538" y="1231050"/>
                  <a:pt x="412534" y="1233727"/>
                  <a:pt x="407945" y="1213459"/>
                </a:cubicBezTo>
                <a:cubicBezTo>
                  <a:pt x="402209" y="1187838"/>
                  <a:pt x="433184" y="1183250"/>
                  <a:pt x="453451" y="1172924"/>
                </a:cubicBezTo>
                <a:cubicBezTo>
                  <a:pt x="484426" y="1156863"/>
                  <a:pt x="530314" y="1175984"/>
                  <a:pt x="568172" y="1132007"/>
                </a:cubicBezTo>
                <a:cubicBezTo>
                  <a:pt x="453451" y="1142333"/>
                  <a:pt x="356704" y="1160305"/>
                  <a:pt x="255367" y="1190898"/>
                </a:cubicBezTo>
                <a:cubicBezTo>
                  <a:pt x="264162" y="1163747"/>
                  <a:pt x="294754" y="1151128"/>
                  <a:pt x="277546" y="1128567"/>
                </a:cubicBezTo>
                <a:cubicBezTo>
                  <a:pt x="264545" y="1111740"/>
                  <a:pt x="227452" y="1103709"/>
                  <a:pt x="246572" y="1072353"/>
                </a:cubicBezTo>
                <a:cubicBezTo>
                  <a:pt x="300490" y="1039083"/>
                  <a:pt x="376971" y="1047879"/>
                  <a:pt x="422859" y="1000078"/>
                </a:cubicBezTo>
                <a:cubicBezTo>
                  <a:pt x="487868" y="932012"/>
                  <a:pt x="588822" y="908684"/>
                  <a:pt x="668362" y="858972"/>
                </a:cubicBezTo>
                <a:cubicBezTo>
                  <a:pt x="694747" y="842911"/>
                  <a:pt x="867976" y="786699"/>
                  <a:pt x="914629" y="768725"/>
                </a:cubicBezTo>
                <a:cubicBezTo>
                  <a:pt x="979637" y="743486"/>
                  <a:pt x="1053823" y="734691"/>
                  <a:pt x="1117684" y="688420"/>
                </a:cubicBezTo>
                <a:cubicBezTo>
                  <a:pt x="1054970" y="678860"/>
                  <a:pt x="1004112" y="722072"/>
                  <a:pt x="928778" y="701040"/>
                </a:cubicBezTo>
                <a:cubicBezTo>
                  <a:pt x="1048088" y="656299"/>
                  <a:pt x="1157454" y="636031"/>
                  <a:pt x="1243877" y="574464"/>
                </a:cubicBezTo>
                <a:cubicBezTo>
                  <a:pt x="1254585" y="566816"/>
                  <a:pt x="1275617" y="569111"/>
                  <a:pt x="1291678" y="566434"/>
                </a:cubicBezTo>
                <a:cubicBezTo>
                  <a:pt x="1460699" y="539283"/>
                  <a:pt x="1630486" y="516339"/>
                  <a:pt x="1797596" y="476952"/>
                </a:cubicBezTo>
                <a:cubicBezTo>
                  <a:pt x="1835454" y="467774"/>
                  <a:pt x="1902374" y="465480"/>
                  <a:pt x="1895491" y="432593"/>
                </a:cubicBezTo>
                <a:cubicBezTo>
                  <a:pt x="1885166" y="383263"/>
                  <a:pt x="1822835" y="418444"/>
                  <a:pt x="1782682" y="423033"/>
                </a:cubicBezTo>
                <a:cubicBezTo>
                  <a:pt x="1658019" y="437947"/>
                  <a:pt x="1533356" y="463950"/>
                  <a:pt x="1406781" y="449419"/>
                </a:cubicBezTo>
                <a:cubicBezTo>
                  <a:pt x="1492056" y="431064"/>
                  <a:pt x="1576950" y="412326"/>
                  <a:pt x="1662226" y="393970"/>
                </a:cubicBezTo>
                <a:cubicBezTo>
                  <a:pt x="1564330" y="400471"/>
                  <a:pt x="1479055" y="357642"/>
                  <a:pt x="1383837" y="376762"/>
                </a:cubicBezTo>
                <a:cubicBezTo>
                  <a:pt x="1353244" y="382881"/>
                  <a:pt x="1321123" y="363378"/>
                  <a:pt x="1318063" y="333168"/>
                </a:cubicBezTo>
                <a:cubicBezTo>
                  <a:pt x="1314622" y="309077"/>
                  <a:pt x="1343302" y="298370"/>
                  <a:pt x="1365099" y="290722"/>
                </a:cubicBezTo>
                <a:cubicBezTo>
                  <a:pt x="1420930" y="271219"/>
                  <a:pt x="1465288" y="213477"/>
                  <a:pt x="1536798" y="244069"/>
                </a:cubicBezTo>
                <a:cubicBezTo>
                  <a:pt x="1581921" y="195886"/>
                  <a:pt x="1653813" y="188238"/>
                  <a:pt x="1711938" y="175619"/>
                </a:cubicBezTo>
                <a:cubicBezTo>
                  <a:pt x="1897403" y="135849"/>
                  <a:pt x="2085546" y="104874"/>
                  <a:pt x="2273687" y="78488"/>
                </a:cubicBezTo>
                <a:cubicBezTo>
                  <a:pt x="2397204" y="61280"/>
                  <a:pt x="2524544" y="68546"/>
                  <a:pt x="2646913" y="46749"/>
                </a:cubicBezTo>
                <a:cubicBezTo>
                  <a:pt x="2886297" y="4302"/>
                  <a:pt x="3124151" y="5450"/>
                  <a:pt x="3362388" y="861"/>
                </a:cubicBezTo>
                <a:close/>
              </a:path>
            </a:pathLst>
          </a:custGeom>
          <a:solidFill>
            <a:schemeClr val="bg1">
              <a:lumMod val="8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50688A-9A02-5C44-A2CE-59C7A5927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95426"/>
            <a:ext cx="3220880" cy="4024310"/>
          </a:xfrm>
        </p:spPr>
        <p:txBody>
          <a:bodyPr>
            <a:normAutofit/>
          </a:bodyPr>
          <a:lstStyle/>
          <a:p>
            <a:r>
              <a:rPr lang="en-GB" sz="3600"/>
              <a:t>Results – Best performing SVM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AB47E23-E63F-40BF-ACB2-C1EA87B98E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77486302"/>
              </p:ext>
            </p:extLst>
          </p:nvPr>
        </p:nvGraphicFramePr>
        <p:xfrm>
          <a:off x="4702547" y="838199"/>
          <a:ext cx="6651253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487403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541DB91-0B10-46D9-B34B-7BFF960260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CF7FE1C-8BC5-4B0C-A2BC-93AB72C90F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68100" y="-1"/>
            <a:ext cx="10423900" cy="5920155"/>
          </a:xfrm>
          <a:custGeom>
            <a:avLst/>
            <a:gdLst>
              <a:gd name="connsiteX0" fmla="*/ 10423900 w 10423900"/>
              <a:gd name="connsiteY0" fmla="*/ 0 h 5491534"/>
              <a:gd name="connsiteX1" fmla="*/ 3493157 w 10423900"/>
              <a:gd name="connsiteY1" fmla="*/ 0 h 5491534"/>
              <a:gd name="connsiteX2" fmla="*/ 3493018 w 10423900"/>
              <a:gd name="connsiteY2" fmla="*/ 31 h 5491534"/>
              <a:gd name="connsiteX3" fmla="*/ 3245493 w 10423900"/>
              <a:gd name="connsiteY3" fmla="*/ 104839 h 5491534"/>
              <a:gd name="connsiteX4" fmla="*/ 4434802 w 10423900"/>
              <a:gd name="connsiteY4" fmla="*/ 284558 h 5491534"/>
              <a:gd name="connsiteX5" fmla="*/ 4011937 w 10423900"/>
              <a:gd name="connsiteY5" fmla="*/ 395559 h 5491534"/>
              <a:gd name="connsiteX6" fmla="*/ 3573213 w 10423900"/>
              <a:gd name="connsiteY6" fmla="*/ 474847 h 5491534"/>
              <a:gd name="connsiteX7" fmla="*/ 3097489 w 10423900"/>
              <a:gd name="connsiteY7" fmla="*/ 532990 h 5491534"/>
              <a:gd name="connsiteX8" fmla="*/ 2664052 w 10423900"/>
              <a:gd name="connsiteY8" fmla="*/ 649279 h 5491534"/>
              <a:gd name="connsiteX9" fmla="*/ 3795218 w 10423900"/>
              <a:gd name="connsiteY9" fmla="*/ 696852 h 5491534"/>
              <a:gd name="connsiteX10" fmla="*/ 3208492 w 10423900"/>
              <a:gd name="connsiteY10" fmla="*/ 802568 h 5491534"/>
              <a:gd name="connsiteX11" fmla="*/ 2727483 w 10423900"/>
              <a:gd name="connsiteY11" fmla="*/ 939999 h 5491534"/>
              <a:gd name="connsiteX12" fmla="*/ 2389190 w 10423900"/>
              <a:gd name="connsiteY12" fmla="*/ 1003429 h 5491534"/>
              <a:gd name="connsiteX13" fmla="*/ 2029754 w 10423900"/>
              <a:gd name="connsiteY13" fmla="*/ 1019287 h 5491534"/>
              <a:gd name="connsiteX14" fmla="*/ 1945181 w 10423900"/>
              <a:gd name="connsiteY14" fmla="*/ 1119716 h 5491534"/>
              <a:gd name="connsiteX15" fmla="*/ 2056184 w 10423900"/>
              <a:gd name="connsiteY15" fmla="*/ 1225434 h 5491534"/>
              <a:gd name="connsiteX16" fmla="*/ 2225329 w 10423900"/>
              <a:gd name="connsiteY16" fmla="*/ 1236004 h 5491534"/>
              <a:gd name="connsiteX17" fmla="*/ 3234920 w 10423900"/>
              <a:gd name="connsiteY17" fmla="*/ 1262435 h 5491534"/>
              <a:gd name="connsiteX18" fmla="*/ 0 w 10423900"/>
              <a:gd name="connsiteY18" fmla="*/ 1495009 h 5491534"/>
              <a:gd name="connsiteX19" fmla="*/ 438724 w 10423900"/>
              <a:gd name="connsiteY19" fmla="*/ 1637728 h 5491534"/>
              <a:gd name="connsiteX20" fmla="*/ 586726 w 10423900"/>
              <a:gd name="connsiteY20" fmla="*/ 2028877 h 5491534"/>
              <a:gd name="connsiteX21" fmla="*/ 1125878 w 10423900"/>
              <a:gd name="connsiteY21" fmla="*/ 2250882 h 5491534"/>
              <a:gd name="connsiteX22" fmla="*/ 1474744 w 10423900"/>
              <a:gd name="connsiteY22" fmla="*/ 2330169 h 5491534"/>
              <a:gd name="connsiteX23" fmla="*/ 2272901 w 10423900"/>
              <a:gd name="connsiteY23" fmla="*/ 2446458 h 5491534"/>
              <a:gd name="connsiteX24" fmla="*/ 2389190 w 10423900"/>
              <a:gd name="connsiteY24" fmla="*/ 2636747 h 5491534"/>
              <a:gd name="connsiteX25" fmla="*/ 2489621 w 10423900"/>
              <a:gd name="connsiteY25" fmla="*/ 2848179 h 5491534"/>
              <a:gd name="connsiteX26" fmla="*/ 2701053 w 10423900"/>
              <a:gd name="connsiteY26" fmla="*/ 2985611 h 5491534"/>
              <a:gd name="connsiteX27" fmla="*/ 1057165 w 10423900"/>
              <a:gd name="connsiteY27" fmla="*/ 2964468 h 5491534"/>
              <a:gd name="connsiteX28" fmla="*/ 2912485 w 10423900"/>
              <a:gd name="connsiteY28" fmla="*/ 3408477 h 5491534"/>
              <a:gd name="connsiteX29" fmla="*/ 2748626 w 10423900"/>
              <a:gd name="connsiteY29" fmla="*/ 3582909 h 5491534"/>
              <a:gd name="connsiteX30" fmla="*/ 3763503 w 10423900"/>
              <a:gd name="connsiteY30" fmla="*/ 3820771 h 5491534"/>
              <a:gd name="connsiteX31" fmla="*/ 3219063 w 10423900"/>
              <a:gd name="connsiteY31" fmla="*/ 3847199 h 5491534"/>
              <a:gd name="connsiteX32" fmla="*/ 6385269 w 10423900"/>
              <a:gd name="connsiteY32" fmla="*/ 4840933 h 5491534"/>
              <a:gd name="connsiteX33" fmla="*/ 10285854 w 10423900"/>
              <a:gd name="connsiteY33" fmla="*/ 5471118 h 5491534"/>
              <a:gd name="connsiteX34" fmla="*/ 10423900 w 10423900"/>
              <a:gd name="connsiteY34" fmla="*/ 5491534 h 549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3900" h="5491534">
                <a:moveTo>
                  <a:pt x="10423900" y="0"/>
                </a:moveTo>
                <a:lnTo>
                  <a:pt x="3493157" y="0"/>
                </a:lnTo>
                <a:lnTo>
                  <a:pt x="3493018" y="31"/>
                </a:lnTo>
                <a:cubicBezTo>
                  <a:pt x="3414969" y="12668"/>
                  <a:pt x="3328744" y="21588"/>
                  <a:pt x="3245493" y="104839"/>
                </a:cubicBezTo>
                <a:cubicBezTo>
                  <a:pt x="3668357" y="162984"/>
                  <a:pt x="4075366" y="51981"/>
                  <a:pt x="4434802" y="284558"/>
                </a:cubicBezTo>
                <a:cubicBezTo>
                  <a:pt x="4302656" y="400846"/>
                  <a:pt x="4154654" y="374416"/>
                  <a:pt x="4011937" y="395559"/>
                </a:cubicBezTo>
                <a:cubicBezTo>
                  <a:pt x="3863934" y="416704"/>
                  <a:pt x="3721217" y="453704"/>
                  <a:pt x="3573213" y="474847"/>
                </a:cubicBezTo>
                <a:cubicBezTo>
                  <a:pt x="3414639" y="501275"/>
                  <a:pt x="3256063" y="506562"/>
                  <a:pt x="3097489" y="532990"/>
                </a:cubicBezTo>
                <a:cubicBezTo>
                  <a:pt x="2965345" y="554135"/>
                  <a:pt x="2822627" y="517133"/>
                  <a:pt x="2664052" y="649279"/>
                </a:cubicBezTo>
                <a:cubicBezTo>
                  <a:pt x="3055203" y="744424"/>
                  <a:pt x="3409352" y="601706"/>
                  <a:pt x="3795218" y="696852"/>
                </a:cubicBezTo>
                <a:cubicBezTo>
                  <a:pt x="3567928" y="781425"/>
                  <a:pt x="3382924" y="754995"/>
                  <a:pt x="3208492" y="802568"/>
                </a:cubicBezTo>
                <a:cubicBezTo>
                  <a:pt x="3049916" y="850140"/>
                  <a:pt x="2859627" y="797282"/>
                  <a:pt x="2727483" y="939999"/>
                </a:cubicBezTo>
                <a:cubicBezTo>
                  <a:pt x="2627052" y="1051000"/>
                  <a:pt x="2521336" y="1066858"/>
                  <a:pt x="2389190" y="1003429"/>
                </a:cubicBezTo>
                <a:cubicBezTo>
                  <a:pt x="2272901" y="945284"/>
                  <a:pt x="2146043" y="961142"/>
                  <a:pt x="2029754" y="1019287"/>
                </a:cubicBezTo>
                <a:cubicBezTo>
                  <a:pt x="1987468" y="1040430"/>
                  <a:pt x="1945181" y="1066858"/>
                  <a:pt x="1945181" y="1119716"/>
                </a:cubicBezTo>
                <a:cubicBezTo>
                  <a:pt x="1945181" y="1193719"/>
                  <a:pt x="1998039" y="1214862"/>
                  <a:pt x="2056184" y="1225434"/>
                </a:cubicBezTo>
                <a:cubicBezTo>
                  <a:pt x="2109042" y="1236004"/>
                  <a:pt x="2172471" y="1246577"/>
                  <a:pt x="2225329" y="1236004"/>
                </a:cubicBezTo>
                <a:cubicBezTo>
                  <a:pt x="2563622" y="1177861"/>
                  <a:pt x="2896629" y="1273005"/>
                  <a:pt x="3234920" y="1262435"/>
                </a:cubicBezTo>
                <a:cubicBezTo>
                  <a:pt x="2172471" y="1489724"/>
                  <a:pt x="1099450" y="1415723"/>
                  <a:pt x="0" y="1495009"/>
                </a:cubicBezTo>
                <a:cubicBezTo>
                  <a:pt x="142717" y="1653583"/>
                  <a:pt x="327721" y="1521439"/>
                  <a:pt x="438724" y="1637728"/>
                </a:cubicBezTo>
                <a:cubicBezTo>
                  <a:pt x="333006" y="1880875"/>
                  <a:pt x="375293" y="2013020"/>
                  <a:pt x="586726" y="2028877"/>
                </a:cubicBezTo>
                <a:cubicBezTo>
                  <a:pt x="792873" y="2044734"/>
                  <a:pt x="1014877" y="1960161"/>
                  <a:pt x="1125878" y="2250882"/>
                </a:cubicBezTo>
                <a:cubicBezTo>
                  <a:pt x="1157593" y="2340740"/>
                  <a:pt x="1353170" y="2314312"/>
                  <a:pt x="1474744" y="2330169"/>
                </a:cubicBezTo>
                <a:cubicBezTo>
                  <a:pt x="1739034" y="2367170"/>
                  <a:pt x="2019183" y="2330169"/>
                  <a:pt x="2272901" y="2446458"/>
                </a:cubicBezTo>
                <a:cubicBezTo>
                  <a:pt x="2373332" y="2488744"/>
                  <a:pt x="2442048" y="2520459"/>
                  <a:pt x="2389190" y="2636747"/>
                </a:cubicBezTo>
                <a:cubicBezTo>
                  <a:pt x="2336332" y="2758321"/>
                  <a:pt x="2405048" y="2800607"/>
                  <a:pt x="2489621" y="2848179"/>
                </a:cubicBezTo>
                <a:cubicBezTo>
                  <a:pt x="2553051" y="2885180"/>
                  <a:pt x="2648195" y="2874609"/>
                  <a:pt x="2701053" y="2985611"/>
                </a:cubicBezTo>
                <a:cubicBezTo>
                  <a:pt x="2146043" y="2969753"/>
                  <a:pt x="1606888" y="2879895"/>
                  <a:pt x="1057165" y="2964468"/>
                </a:cubicBezTo>
                <a:cubicBezTo>
                  <a:pt x="1659748" y="3175900"/>
                  <a:pt x="2320474" y="3165328"/>
                  <a:pt x="2912485" y="3408477"/>
                </a:cubicBezTo>
                <a:cubicBezTo>
                  <a:pt x="2891342" y="3493050"/>
                  <a:pt x="2753911" y="3456048"/>
                  <a:pt x="2748626" y="3582909"/>
                </a:cubicBezTo>
                <a:cubicBezTo>
                  <a:pt x="3060489" y="3715055"/>
                  <a:pt x="3435782" y="3625195"/>
                  <a:pt x="3763503" y="3820771"/>
                </a:cubicBezTo>
                <a:cubicBezTo>
                  <a:pt x="3573213" y="3910629"/>
                  <a:pt x="3398782" y="3762626"/>
                  <a:pt x="3219063" y="3847199"/>
                </a:cubicBezTo>
                <a:cubicBezTo>
                  <a:pt x="3277208" y="3974060"/>
                  <a:pt x="5909545" y="4756360"/>
                  <a:pt x="6385269" y="4840933"/>
                </a:cubicBezTo>
                <a:cubicBezTo>
                  <a:pt x="7171204" y="4982659"/>
                  <a:pt x="9157515" y="5302348"/>
                  <a:pt x="10285854" y="5471118"/>
                </a:cubicBezTo>
                <a:lnTo>
                  <a:pt x="10423900" y="5491534"/>
                </a:lnTo>
                <a:close/>
              </a:path>
            </a:pathLst>
          </a:custGeom>
          <a:solidFill>
            <a:srgbClr val="7EA9B0">
              <a:alpha val="20000"/>
            </a:srgb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F116F6-6E58-FC43-9B43-FA04D0F37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6156" y="365125"/>
            <a:ext cx="5827643" cy="1433433"/>
          </a:xfrm>
        </p:spPr>
        <p:txBody>
          <a:bodyPr anchor="b">
            <a:normAutofit/>
          </a:bodyPr>
          <a:lstStyle/>
          <a:p>
            <a:r>
              <a:rPr lang="en-GB" dirty="0"/>
              <a:t>Outlook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AFE121E-BB2F-4912-8535-79CFE752FDE9}"/>
              </a:ext>
            </a:extLst>
          </p:cNvPr>
          <p:cNvSpPr/>
          <p:nvPr/>
        </p:nvSpPr>
        <p:spPr>
          <a:xfrm>
            <a:off x="1073717" y="2782956"/>
            <a:ext cx="3449031" cy="3449030"/>
          </a:xfrm>
          <a:prstGeom prst="ellipse">
            <a:avLst/>
          </a:prstGeom>
          <a:solidFill>
            <a:prstClr val="ltGray"/>
          </a:solidFill>
        </p:spPr>
      </p:sp>
      <p:sp>
        <p:nvSpPr>
          <p:cNvPr id="14" name="Partial Circle 13">
            <a:extLst>
              <a:ext uri="{FF2B5EF4-FFF2-40B4-BE49-F238E27FC236}">
                <a16:creationId xmlns:a16="http://schemas.microsoft.com/office/drawing/2014/main" id="{E822C4C9-9426-487F-902C-E1224F8991E6}"/>
              </a:ext>
            </a:extLst>
          </p:cNvPr>
          <p:cNvSpPr/>
          <p:nvPr/>
        </p:nvSpPr>
        <p:spPr>
          <a:xfrm>
            <a:off x="1073717" y="2782956"/>
            <a:ext cx="3449031" cy="3449030"/>
          </a:xfrm>
          <a:prstGeom prst="pie">
            <a:avLst>
              <a:gd name="adj1" fmla="val 16200000"/>
              <a:gd name="adj2" fmla="val 14040000"/>
            </a:avLst>
          </a:prstGeom>
          <a:solidFill>
            <a:schemeClr val="accent1"/>
          </a:solidFill>
        </p:spPr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CEAD95B-AB43-4A34-8D40-1906040B09C9}"/>
              </a:ext>
            </a:extLst>
          </p:cNvPr>
          <p:cNvSpPr/>
          <p:nvPr/>
        </p:nvSpPr>
        <p:spPr>
          <a:xfrm>
            <a:off x="1332394" y="3041633"/>
            <a:ext cx="2931677" cy="2931676"/>
          </a:xfrm>
          <a:prstGeom prst="ellipse">
            <a:avLst/>
          </a:prstGeom>
          <a:solidFill>
            <a:prstClr val="white"/>
          </a:solidFill>
        </p:spPr>
      </p:sp>
      <p:pic>
        <p:nvPicPr>
          <p:cNvPr id="7" name="Graphic 6" descr="Grapes">
            <a:extLst>
              <a:ext uri="{FF2B5EF4-FFF2-40B4-BE49-F238E27FC236}">
                <a16:creationId xmlns:a16="http://schemas.microsoft.com/office/drawing/2014/main" id="{35EF44E9-8156-41D8-8644-CC0FE3A783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98013" y="3507252"/>
            <a:ext cx="2000439" cy="2000438"/>
          </a:xfrm>
          <a:prstGeom prst="rect">
            <a:avLst/>
          </a:prstGeom>
          <a:solidFill>
            <a:prstClr val="white"/>
          </a:solidFill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1FDEEE-36B7-D34F-B832-3EFBA29398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6156" y="2055813"/>
            <a:ext cx="5827644" cy="4121149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2400" dirty="0"/>
              <a:t>Our model confidently predicts bad wines from good ones, but is not as good in the opposite (due to there being much more bad data points than good)</a:t>
            </a:r>
          </a:p>
          <a:p>
            <a:pPr>
              <a:lnSpc>
                <a:spcPct val="90000"/>
              </a:lnSpc>
            </a:pPr>
            <a:r>
              <a:rPr lang="en-GB" sz="2400" dirty="0"/>
              <a:t>The models resulting from our (limited) 1600 examples, we are able to match human prediction </a:t>
            </a:r>
            <a:r>
              <a:rPr lang="en-GB" sz="2400" b="1" dirty="0"/>
              <a:t>&gt;90% </a:t>
            </a:r>
            <a:r>
              <a:rPr lang="en-GB" sz="2400" dirty="0"/>
              <a:t>of the time</a:t>
            </a:r>
            <a:endParaRPr lang="en-US" sz="2400" dirty="0"/>
          </a:p>
          <a:p>
            <a:pPr>
              <a:lnSpc>
                <a:spcPct val="90000"/>
              </a:lnSpc>
            </a:pPr>
            <a:r>
              <a:rPr lang="en-GB" sz="2400" dirty="0"/>
              <a:t>Final deliverables include the model along with its documentation</a:t>
            </a:r>
            <a:endParaRPr lang="en-US" sz="2400" dirty="0"/>
          </a:p>
          <a:p>
            <a:pPr marL="0" indent="0">
              <a:lnSpc>
                <a:spcPct val="90000"/>
              </a:lnSpc>
              <a:buNone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5484733"/>
      </p:ext>
    </p:extLst>
  </p:cSld>
  <p:clrMapOvr>
    <a:masterClrMapping/>
  </p:clrMapOvr>
</p:sld>
</file>

<file path=ppt/theme/theme1.xml><?xml version="1.0" encoding="utf-8"?>
<a:theme xmlns:a="http://schemas.openxmlformats.org/drawingml/2006/main" name="BrushVTI">
  <a:themeElements>
    <a:clrScheme name="AnalogousFromLightSeedRightStep">
      <a:dk1>
        <a:srgbClr val="000000"/>
      </a:dk1>
      <a:lt1>
        <a:srgbClr val="FFFFFF"/>
      </a:lt1>
      <a:dk2>
        <a:srgbClr val="243441"/>
      </a:dk2>
      <a:lt2>
        <a:srgbClr val="E8E3E2"/>
      </a:lt2>
      <a:accent1>
        <a:srgbClr val="7EA9B0"/>
      </a:accent1>
      <a:accent2>
        <a:srgbClr val="7F99BA"/>
      </a:accent2>
      <a:accent3>
        <a:srgbClr val="9697C6"/>
      </a:accent3>
      <a:accent4>
        <a:srgbClr val="967FBA"/>
      </a:accent4>
      <a:accent5>
        <a:srgbClr val="BC94C5"/>
      </a:accent5>
      <a:accent6>
        <a:srgbClr val="BA7FAC"/>
      </a:accent6>
      <a:hlink>
        <a:srgbClr val="AE7369"/>
      </a:hlink>
      <a:folHlink>
        <a:srgbClr val="7F7F7F"/>
      </a:folHlink>
    </a:clrScheme>
    <a:fontScheme name="Custom 3">
      <a:majorFont>
        <a:latin typeface="Elephant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rushVTI" id="{7102FA3A-9D7B-4497-8C4B-FB535AAFDE06}" vid="{C6D41F62-6FAB-440A-BEC7-CB7BF190811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305</Words>
  <Application>Microsoft Macintosh PowerPoint</Application>
  <PresentationFormat>Widescreen</PresentationFormat>
  <Paragraphs>34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Century Gothic</vt:lpstr>
      <vt:lpstr>Elephant</vt:lpstr>
      <vt:lpstr>BrushVTI</vt:lpstr>
      <vt:lpstr>Assessing wine quality</vt:lpstr>
      <vt:lpstr>Vineyards always collect and sample their products</vt:lpstr>
      <vt:lpstr>All stakeholders to benefit from automatic quality assessment</vt:lpstr>
      <vt:lpstr>Architectual desicions</vt:lpstr>
      <vt:lpstr>Deep-dive – Data structure, cleaning and pre-processing (I/II)</vt:lpstr>
      <vt:lpstr>Deep-dive – Data structure, cleaning and pre-processing (II/II)</vt:lpstr>
      <vt:lpstr>Model selection &amp; performance indicators</vt:lpstr>
      <vt:lpstr>Results – Best performing SVM</vt:lpstr>
      <vt:lpstr>Outlook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Assessing wine quality</dc:title>
  <dc:creator>Anton Möller</dc:creator>
  <cp:lastModifiedBy>Anton Möller</cp:lastModifiedBy>
  <cp:revision>1</cp:revision>
  <dcterms:created xsi:type="dcterms:W3CDTF">2020-05-16T11:24:12Z</dcterms:created>
  <dcterms:modified xsi:type="dcterms:W3CDTF">2020-05-16T11:48:21Z</dcterms:modified>
</cp:coreProperties>
</file>